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objetivo e mensuravel. O #3 e o Projeto do modulo e o esboco do Capstone. O #4 (emergencia) e o mais sutil.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C1, C2 e C4 chegam ao Avancado. C5 e C6 em Intermediario porque a propria area e imatura em sociedades.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Dois blocos. O segundo e onde mora a fronteira. DEMO Mini Sociedade e o ponto alto.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da aula. A resposta honesta: emergencia - pode ser cooperacao ou conluio. Deixar a pergunta no 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fatores convergiram: reasoning estruturado, tool calling, custo baixo. Smallville (2023) e AI Scientist (2024) sao os marcos.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Escada cumulativa. Nivel 2 (instituicao) e pre-requisito para Nivel 3. Sem normas explicitas, sociedade vira caos.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papeis canonicos. Serao vistos na DEMO (Slide 30). Pergunta: qual e mais dificil de automatizar? (costuma ser critico ou sintetizador)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Normas explicitas dao controle mas sao rigidas. Emergentes sao adaptaveis mas imprevisiveis. Sociedade precisa de espaco para emergencia.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 reputacao, free-riders dominam. Reputacao e contextual e propagada - nao e metrica simples.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Generative Agents = paper/pesquisa. AgentVerse e ChatArena = frameworks. Nao sao equivalentes.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o .mmd. Destacar que normas sao externas (instituicao) ou emergem (sociedade). Emergencia nao e magica - e deterministica mas imprevisivel.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Sociedade e para quando se PRECISA de emergencia. Nao comecar pela sociedade - a maioria dos problemas nao precisa.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em duplas. Rebater normas vagas ('seja justo') - como um LLM verifica isso? Norma precisa ser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experimento que abriu o campo. Festa de Valentine's Day emergiu - ninguem programou. Plausivel mas nao necessariamente preditivo.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Motor de memoria. Reflection nao e summarization - e sintese semantica que produz novos insights. Analogia com memoria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mercados com dados reais - tem valor preditivo. Em opiniao publica - so valor explicativo. Cuidado em alta 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Plausivel nao e correto. Sem validacao, simulacao gera hipoteses, nao predicoes. Honestidade e crucial.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Votacao rapida. Maioria erra para V. Usar como gancho: convergencia nao e garantida.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em duplas. Rebater metricas vagas ('satisfacao') - como agente reporta de forma mensuravel?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Coerencia e o coracao. Sem loops de feedback, o sistema produz lixo plausivel. HITL nao e opcional em alta 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o .mmd. Destacar o loop HITL. Autonomia sem HITL em alta stakes e irresponsavel.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caso de pesquisa autonoma passando em peer review. Workshop (nao main conference). Auxilia, nao substitui pesquisadores.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stages com loop de decisao. Review automatico (LLM revisando LLM) tem vieses compartilhados - erros sutis passam.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Diferente do AI Scientist: evolucao em vez de pipeline. Sem avaliador automatico (fitness function), e so gerador aleatorio.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Mais agentes = mais overhead, nao necessariamente mais capacidade. Sweet spot costuma ser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principal. Observar: (1) divergencias, (2) consenso, (3) qualidade. Se API falhar, usar screenshot pre-gravado. Nao consertar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Analise contrafactual. Sem critico - qualidade cai. Editor com veto - convergencia rapida mas menos diversidade. Sintetizador e subestimado.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Sucessos reais mas precisos: workshop ICLR (nao main conference). Estrutura vence brilho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Licao critica: autonomia nao implica qualidade. Sistema autonomo que produz lixo plausivel e PIOR que assistido.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Emergencia nao e magica - e deterministica dadas as regras. Mas imprevisivel para o designer em sistemas grandes.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propriedades coletivas nao existem nos agentes - so na coletividade. Esse e o ponto-chave.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Conluio = agentes maximizam retorno individual contra objetivo coletivo. Mais agentes sem alinhamento = emergencia EXTREMA, boa ou ruim.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 mais profundo: alinhar cada agente individualmente NAO alinha a sociedade. Constituicao e necessaria.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Logs geram dados, nao insights. Precisa de metricas agregadas que capturem propriedades coletivas.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Depende das stakes. Em pesquisa - baixas stakes, deixa rolar. Em politica publica - altas stakes, intervem cedo.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em duplas. Correcoes: norma (critica com alternativa), HITL (intervir apos 5 rodadas), peso (limitar veto).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Estamos na transicao de times para sociedades. Em producao ainda e experimental.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Autopropagacao e auto-modificacao sao os mais perigosos. Alunos vao construir esses sistemas - sao a linha de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proibicoes. Cada uma corresponde a incidente real. Autopropagacao irrestrita ja consumiu orcamentos inteiros.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 em grupos de 3. Rebater 'qualidade da escrita' - escrita pode ser boa mas conteudo errado. Foco no CONTEUDO.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pontos para memorizar. Fechar o arco aberto no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Individual, sem consulta, 1 min. &gt;=2 acertos = compreensao basica. Maioria erra P3 - usar como gancho.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Projeto deste modulo e o esboco do Capstone. Fechar com a pergunta: para onde voce quer levar isso?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Sociedades de Agentes &amp; Autonomous Research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- Especializacao em Programacao Agentica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ETHAGT16 - Fase D - Fronteira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Modulo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atingir a fronteira do estado da arte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Modelar sociedades de agentes (papeis, instituicoes, normas)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Aplicar simulacoes multi-agente (Smallville-like)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Construir um sistema de pesquisa autonoma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Discutir emergencia, convergencia e alinhamento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Conhecer a fronteira (AI Scientist, AlphaEvolve, Swarm)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Competencias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Programacao Agentica -&gt; A (Avancado)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-&gt; A (Avancado)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-&gt; B (Basico)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-&gt; A (Avancado)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Avaliacao -&gt; I (Intermediario)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C6 Agent Security -&gt; I (Intermediario)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AgentOps = Agent Operations — operacao e monitoramento de agentes em producao  ·  MCP = Model Context Protocol — Protocolo de Contexto de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Competencias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(25 min): Abertura + Sociedades + Simulacoes + Intervalo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(25 min): Research Systems + Emergencia + Fechamento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DEMO ao vivo: Mini Sociedade de 5 agentes (Slide 30)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Quiz final: 3 perguntas rapidas (Slide 48)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Problema do Agente Isolado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isolado: resolve uma tarefa bem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Sociedade de agentes: resolve o que nenhum agente resolve sozinho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Generative Agents (Smallville): 25 agentes organizam festa de Valentine's Day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AI Scientist (Sakana): conduz pesquisa cientifica do inicio ao fim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o que acontece quando 100 agentes interagem sem supervisao?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Motivacao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Sociedades 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2022 - ReAct (padrao de agente individual)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2023 - tool calling nativo + frameworks multi-agent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abr/2023 - Generative Agents / Smallville (arXiv:2304.03442)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ago/2024 - AI Scientist (Sakana, arXiv:2408.06292) + AlphaEvolve (DeepMind)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Confluencia: reasoning + tools + memory + context window + custo baixo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Proxima fronteira: sociedades autonomas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ReAct = Reasoning and Acting — padrao de loop Thought / Action /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Sociedades de Agentes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Do Agente Individual a Sociedade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Nivel 0: Agente individual (LLM + tools + memory)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Nivel 1: Pequeno grupo (2-5 agentes, colaboracao direta)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Nivel 2: Instituicao (papeis fixos, normas explicitas, hierarquia)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Nivel 3: Sociedade (25+ agentes, normas emergentes)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nivel adiciona: complexidade, potencial e risco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LLM = Large Language Model — Modelo de Linguagem de Grande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Sociedades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Papeis em Sociedades de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Pesquisador: explora, levanta informacoes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Critico: identifica falhas, questiona premissas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Sintetizador: integra contribuicoes divergentes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Revisor: valida qualidade e coerencia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Editor: finaliza, formata, publica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Papeis podem ser dinamicos (agentes trocam de papel)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Papeis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Normas e Instituicoes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Normas: regras compartilhadas (explicitas ou emergentes)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Instituicoes: estruturas que mantem normas (ex: revisao por pares)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Mecanismos: constitution, votacao, reputacao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Tenso central: explicitas (controlaveis) vs emergentes (adaptaveis)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Normas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Reputacao e Confianca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Reputacao: historico de interacoes de um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Confianca: funcao da reputacao +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PageRank - confianca propagada pela rede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reputacao: sociedade colapsa (free-riders, manipulacao)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Reputacao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Modelos: Generative Agents, AgentVerse, ChatArena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Generative Agents (Stanford): 25 agentes, Smallville, vida social simulada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AgentVerse (arXiv:2308.10848): framework multi-agente, papeis flexiveis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ChatArena: ambientes de jogo/dialogo 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modelo resolve um problema diferente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Arquitetura de uma Sociedade (Diagrama)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12-Diagrams/ETHAGT16/society.mmd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Centro: sociedade com 5 papeis (Pesquisador/Critico/Sintetizador/Revisor/Editor)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Normas governam as interacoes ('citar fontes', 'editor tem veto')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Saida: comportamento emergente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Normas podem vir de fora (designer) ou emergir de dentro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Grupo vs Instituicao vs Sociedade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Grupo: colaboracao ad-hoc, sem normas fixas - controle alto, adaptabilidade baixa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Instituicao: papeis fixos, normas explicitas - meio-termo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Sociedade: normas emergentes - controle baixo, adaptabilidade alta, risco alto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80% dos problemas se resolvem em instituicao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Comparacao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 - Comite Editorial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Cenario: simular um comite editorial de revista cientifica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(1 min): definir 5 papeis e responsabilidades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norma deve ser compartilhada por todos?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a reputacao e acumulada?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normas precisam ser operacionais (executaveis por LLM)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Simulacoes Sociais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Sandbox Social - Smallville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Smallville: mundo virtual com 25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agente: perfil, rotina, memoria, objetivos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Ambiente: mapas, locais, recursos compartilhados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agentes organizam festa de Valentine's Day sozinhos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Park et al., arXiv:2304.03442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Smallville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Como Smallville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Memory stream: log cronologico de experiencias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Retrieval: relevancia + recencia + importancia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Reflection: sintese de memorias em insights de alto nivel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Planning: planos diarios (rotina + objetivos)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Action: acao baseada em contexto + reflexao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Arquitetura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Casos de Uso de Simulacoes Sociais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Policy simulation: impacto de lei (imposto, subsidio)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Mercado: agentes compram/vendem, formacao de precos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Opiniao publica: difusao de ideias, polarizacao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testar hipoteses sem custo social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Mas: validacao e dificil (sem ground truth)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Limites e Criticas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 muito coerentes vs humanos (menos ruido)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Vieses dos LLMs se amplificam em sociedade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computacional (25+ agentes x N interacoes)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Dificil validacao (sem ground truth)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simulacao social com LLMs pode prever comportamento humano?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Simulacao = Predicao?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Uma simulacao social com LLMs pode prever comportamento humano real?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V/F: 'Sociedades de agentes sempre convergem.'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FALSO - podem polarizar, oscilar ou colapsar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Depende de normas, reputacao e alinhamento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 - Home Office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Cenario: simular impacto de uma politica de home office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(1 min): definir 3 tipos de agentes, 2 normas, 1 metrica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resultado voce espera? Qual pode surpreender?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Surpresa comum: junior sem mentoria presencial cai (emergencia)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Autonomous Research Systems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Pipeline de Pesquisa Autonoma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pergunta -&gt; literatura -&gt; hipotese -&gt; experimento -&gt; analise -&gt; relatorio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etapa pode ser um agente diferente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 um agente que executa todas as etapas (AI Scientist)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 central: manter coerencia entre etapas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em pontos criticos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HITL = Human-in-the-Loop — Humano no Ciclo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Research Pipeline (Diagrama)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12-Diagrams/ETHAGT16/research-pipeline.mmd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pergunta -&gt; revisao -&gt; hipotese -&gt; experimento -&gt; execucao -&gt; analise -&gt; escrita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 no fim: HITL revisa - aprovar ou revisar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 de revisao e critico em producao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Sakana AI Scientist - Pesquisa ML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Sakana AI: pesquisa ML do inicio ao fim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Etapas: ideacao -&gt; literatura -&gt; codigo -&gt; experimento -&gt; paper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~$15 por paper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papers aceitos em workshop ICLR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Lu et al., arXiv:2408.06292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AI Scientist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Como o AI Scientist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Stage 1: Ideacao (LLM gera ideias de pesquisa)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Stage 2: Experimentacao (LLM escreve codigo, roda experimentos)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Stage 3: Paper writing (LLM escreve paper em LaTeX)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Stage 4: Review (LLM revisa como reviewer)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decide: continuar, refinar ou abandonar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Arquitetura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DeepMind AlphaEvolve - Evolucao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AlphaEvolve: evolucao de algoritmos via LLM + avaliacao automatica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LLM propoe mutacoes -&gt; avaliador testa -&gt; mantem melhores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descobriu novo algoritmo de multiplicacao de matrizes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Licao: evolucao + avaliacao automatica = descoberta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AlphaEvolve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Multi-Agent Research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vez de 1 agente: time de agentes especializados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Pesquisador, programador, revisor, escritor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especializacao + divisao de trabalho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coordenacao, comunicacao, overhead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Sweet spot: 3-5 papeis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Multi-Agent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- Mini Sociedade de 5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5 agentes: pesquisador, critico, sintetizador, revisor, editor</a:t>
            </a:r>
            <a:br/>
            <a:r>
              <a:t>Tarefa: relatorio sobre 'impacto de agentes na educacao'</a:t>
            </a:r>
            <a:br/>
            <a:br/>
            <a:r>
              <a:t>$ python main.py --task "impacto de agentes na educacao"</a:t>
            </a:r>
            <a:br/>
            <a:r>
              <a:t>[pesquisador] buscando fontes...</a:t>
            </a:r>
            <a:br/>
            <a:r>
              <a:t>[critico]      fonte A e fraca - sem baseline</a:t>
            </a:r>
            <a:br/>
            <a:r>
              <a:t>[sintetizador] integrando 3 fontes validas</a:t>
            </a:r>
            <a:br/>
            <a:r>
              <a:t>[revisor]      coerencia OK, citacoes OK</a:t>
            </a:r>
            <a:br/>
            <a:r>
              <a:t>[editor]       versao final pronta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papel foi mais critico para o resultado?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aconteceria se removesssemos o critico?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se o editor tivesse poder de veto?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 min em duplas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AI Scientist - O Que Funcionou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Papers aceitos em workshop ICLR (peer review real)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baixo (~$15/paper) viabiliza exploracao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estruturado garante reprodutibilidade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Review automatico identifica falhas antes da submissao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Licao: estrutura &gt; brilho individual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Estudo de Caso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AI Scientist - O Que Falhou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Experimentos as vezes nao convergem (codigo com bugs)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Papers com contribuicao marginal (novidade baixa)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Alucinacao em revisao de literatura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Dificil avaliar 'qualidade cientifica' sem humano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Licao: autonomia != 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Estudo de Caso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Emergencia e Alinhamento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Comportamento Emergente - A Soma != Partes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Emergencia: padroes que surgem da interacao, nao do individuo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soma e diferente das partes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Positivos: cooperacao espontanea, formacao de normas, divisao de trabalho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Negativos: conluio, discriminacao, corrida armamentista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quando a soma e melhor? Quando e pior?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Emergencia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Emergencia (Diagrama)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12-Diagrams/ETHAGT16/emergence.mmd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 individuais -&gt; interacoes locais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Interacoes -&gt; padroes emergentes (nao programados)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Padroes -&gt; propriedades coletivas: coordenacao, polarizacao, especializacao, echo chamber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Emergencia Desejada vs Indesejada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Desejada: cooperacao, divisao de trabalho, inovacao, formacao de normas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Indesejada: conluio, discriminacao, echo chamber, corrida armamentista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Fator-chave: alinhamento de valores + supervisao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supervisao: emergencia tende ao extremo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Emergencia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Alinhamento de Valores em Populacoes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Alinhamento individual != alinhamento coletivo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Constitution para sociedades: regras globais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Votacao e consenso como mecanismos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Tenso: normas rigidas (seguras) vs flexiveis (adaptaveis)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Referencia: Constitutional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Alinhamento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Avaliacao de Emergencia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Metricas de divergencia: distancia do comportamento esperado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Metricas de surpresa: comportamento nao previsto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Metricas de convergencia: estabiliza ou oscila?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metricas: emergencia e caixa preta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producao: monitoramento continuo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Avaliacao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Quando Emergencia e Indesejada?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comportamento emergente e indesejado?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cenarios rapidos: em qual voce interviria?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stakes + irreversibilidade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Discussao aberta (1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 - Detectando Emergencia Indesejada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Trace de 5 agentes, 10 interacoes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Todos convergem para 'nada e confiavel' - paralisia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Padrao: echo chamber de critica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(1 min): propor 2 correcoes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nao remover o critico - ajustar seu PODER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Fronteira e Etica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Onde a Pesquisa Esta 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AI Scientist (Sakana, 2024): pesquisa ML automatizada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AlphaEvolve (DeepMind, 2024): evolucao de algoritmos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AutoGen research: framework multi-agente para pesquisa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Swarm research: coordenacao de grandes populacoes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Tendencia: 1 agente -&gt; times -&gt; sociedades autonomas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Fronteira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Questoes Eticas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Automacao de pesquisa: autoria? revisao?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Responsible AI: vies amplificado em sociedades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Autopropagacao: agente cria copias de si mesmo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Auto-modificacao: agente altera seu proprio codigo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onde voce traca a linha entre util e perigoso?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Que NAO Fazer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Sistemas sem HITL em alta stakes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Auto-modificacao irrestrita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Deploy sem avaliacao de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Autopropagacao sem limites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Sociedades sem constitution ou normas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metricas de emergencia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Anti-padroes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 - Avaliar AI Scientist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Cenario: AI Scientist gerou paper sobre 'otimizacao de prompts'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grupos (2 min): definir 3 criterios de qualidade cientifica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 reprodutibilidade, novidade, corretude metodologica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Dica: criterios precisam ser operacionais (mensuraveis)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 min compartilhar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Sociedades de agentes = papeis + normas + reputacao + emergencia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Smallville = caso canonico de simulacao social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AI Scientist = fronteira de pesquisa autonoma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Emergencia pode ser desejada (cooperacao) ou indesejada (conluio)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Alinhamento coletivo != alinhamento individual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Etica: supervisao, avaliacao de risco, 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Resumo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- 3 Perguntas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P1: Qual pipeline o AI Scientist automatiza?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-&gt; B) Ideacao -&gt; literatura -&gt; codigo -&gt; experimento -&gt; paper -&gt; review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P2: O que e comportamento emergente?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-&gt; B) Padroes que surgem da interacao, nao do individuo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P3: V/F 'Sociedades de agentes sempre convergem'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-&gt; FALSO - podem polarizar, oscilar ou colapsar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Capstone e Referencias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ETHAGT90 - Capstone: projeto final integrador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Espectro completo: ETHAGT01 (Augmented LLM) -&gt; ETHAGT16 (Sociedades)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 obrigatoria: arXiv:2304.03442 (Generative Agents)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 obrigatoria: arXiv:2408.06292 (AI Scientist)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 obrigatoria: arXiv:2308.10848 (AgentVerse)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Complementar: DeepMind AlphaEvolve (2024)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Convite: pesquisa, produto ou impacto social?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Referencias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Proximo modulo: ETHAGT90 - Capstone</a:t>
            </a:r>
            <a:br/>
            <a:r>
              <a:t>Voces estao na fronteira. Agora e hora de construir.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ETHAGT16 -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