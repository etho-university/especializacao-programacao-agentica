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Bem-vindos ao ETHAGT04. Hoje vamos além do ReAct: planejamento, exploração em árvore, auto-crítica e reasoning nativo.</a:t>
            </a:r>
          </a:p>
          <a:p>
            <a:r>
              <a:t>💡 ETHAGT01 foi aprender a andar. Hoje vocês vão correr, pular e escalar.</a:t>
            </a:r>
          </a:p>
          <a:p>
            <a:r>
              <a:t>❓ 'Quem já viu um agente preso em loop?'</a:t>
            </a:r>
          </a:p>
          <a:p>
            <a:r>
              <a:t>⚠️ Alunos acham que raciocínio é só CoT. É um espectro.</a:t>
            </a:r>
          </a:p>
          <a:p>
            <a:r>
              <a:t>➡️ Objetivos.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objetivo é mensurável. O mais importante é #4 — trade-offs.</a:t>
            </a:r>
          </a:p>
          <a:p>
            <a:r>
              <a:t>❓ 'Qual objetivo é mais desafiador?' (#2 ou #4)</a:t>
            </a:r>
          </a:p>
          <a:p>
            <a:r>
              <a:t>➡️ Competências.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C1 atinge Intermediário. C4 é tocado por Reflexion (memória de erros).</a:t>
            </a:r>
          </a:p>
          <a:p>
            <a:r>
              <a:t>➡️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Dois blocos. Primeiro: técnicas de planejamento e busca. Segundo: auto-crítica, meta-raciocínio e reasoning nativo.</a:t>
            </a:r>
          </a:p>
          <a:p>
            <a:r>
              <a:t>➡️ Por que estamos aqui?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ReAct é excelente para passos independentes. Mas quando dependem uns dos outros, um erro inicial compromete tudo.</a:t>
            </a:r>
          </a:p>
          <a:p>
            <a:r>
              <a:t>💡 Analogia: xadrez. ReAct = jogar move-by-move. Mestre = pensar adiante (ToT), aprender de jogos (Reflexion).</a:t>
            </a:r>
          </a:p>
          <a:p>
            <a:r>
              <a:t>❓ 'Quando um passo errado inviabiliza todo o plano?'</a:t>
            </a:r>
          </a:p>
          <a:p>
            <a:r>
              <a:t>⚠️ 'Mais max_steps' não resolve — continua na direção errada.</a:t>
            </a:r>
          </a:p>
          <a:p>
            <a:r>
              <a:t>➡️ O espectro de soluções.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técnica adiciona algo: CoT adiciona raciocínio. ReAct adiciona ação. ToT adiciona exploração. LATS adiciona busca sistemática. Reflexion adiciona aprendizado. Self-Discover adiciona meta-raciocínio. o1 traz raciocínio para dentro do modelo.</a:t>
            </a:r>
          </a:p>
          <a:p>
            <a:r>
              <a:t>➡️ Começando pela fundação: CoT.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classificar as estratégias de raciocínio por estrutura e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CoT é a técnica mais simples e poderosa. A ideia: não pedir a resposta direta — pedir que o modelo MOSTRE o raciocínio.</a:t>
            </a:r>
          </a:p>
          <a:p>
            <a:r>
              <a:t>💡 Analogia: pedir para o aluno mostrar o cálculo, não só a resposta.</a:t>
            </a:r>
          </a:p>
          <a:p>
            <a:r>
              <a:t>⚠️ CoT não é 'só adicionar prompt' — muda a distribuição de geração.</a:t>
            </a:r>
          </a:p>
          <a:p>
            <a:r>
              <a:t>➡️ E se amostrarmos múltiplas vezes?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LLMs podem chegar à mesma resposta por caminhos diferentes. Self-consistency explora isso.</a:t>
            </a:r>
          </a:p>
          <a:p>
            <a:r>
              <a:t>💡 Analogia: perguntar a 10 pessoas qual a capital da Austrália. Maioria vence.</a:t>
            </a:r>
          </a:p>
          <a:p>
            <a:r>
              <a:t>➡️ Antes ou durante a ação?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distinção mais importante da aula. ReAct raciocina DURANTE — reconsidera a cada passo. Plan-and-Execute raciocina ANTES — gera plano completo.</a:t>
            </a:r>
          </a:p>
          <a:p>
            <a:r>
              <a:t>💡 Analogia: ReAct = dirigir olhando pelo espelho. Plan-and-Execute = programar GPS no início.</a:t>
            </a:r>
          </a:p>
          <a:p>
            <a:r>
              <a:t>➡️ Estruturalmente?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evolução é estrutural. Linear → Árvore → Grafo. Cada nível adiciona poder mas também custo.</a:t>
            </a:r>
          </a:p>
          <a:p>
            <a:r>
              <a:t>➡️ Reasoning +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Uma confusão comum: achar que raciocínio e tools são separados. Não são. Em todas as técnicas, raciocínio guia o uso de tools.</a:t>
            </a:r>
          </a:p>
          <a:p>
            <a:r>
              <a:t>➡️ Plan-and-Execute.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ver como planejar ANTES de agir torna agentes mais eficientes.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Plan-and-Execute separa planejamento e execução. Planner só decomponhe. Executor só executa. Replanner torna o sistema adaptativo.</a:t>
            </a:r>
          </a:p>
          <a:p>
            <a:r>
              <a:t>💡 Analogia: arquiteto (Planner) + pedreiro (Executor). Se encontra tubulação, arquiteto redesenha.</a:t>
            </a:r>
          </a:p>
          <a:p>
            <a:r>
              <a:t>❓ 'Para que tarefa é melhor que ReAct?'</a:t>
            </a:r>
          </a:p>
          <a:p>
            <a:r>
              <a:t>⚠️ Sem Replanner = plano rígido que falha ao primeiro obstáculo.</a:t>
            </a:r>
          </a:p>
          <a:p>
            <a:r>
              <a:t>➡️ ReWOO.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ReWOO separa totalmente raciocínio e execução. Planner diz 'preciso X, Y, Z' sem esperar. Tools rodam em paralelo. Solver combina.</a:t>
            </a:r>
          </a:p>
          <a:p>
            <a:r>
              <a:t>💡 Analogia: 3 pesquisadores simultâneos em vez de um de cada vez.</a:t>
            </a:r>
          </a:p>
          <a:p>
            <a:r>
              <a:t>⚠️ ReWOO não funciona se tool B depende do resultado de tool A.</a:t>
            </a:r>
          </a:p>
          <a:p>
            <a:r>
              <a:t>➡️ Comparação.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Não há vencedor. ReAct = flexibilidade. ReWOO = eficiência. Plan-and-Execute = meio-termo.</a:t>
            </a:r>
          </a:p>
          <a:p>
            <a:r>
              <a:t>Sequencial dependente → ReAct. Paralelizável independente → ReWOO. Estruturado com falha → Plan-and-Execute + Replanner.</a:t>
            </a:r>
          </a:p>
          <a:p>
            <a:r>
              <a:t>➡️ Quando re-planejar.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Re-planejamento torna Plan-and-Execute adaptativo. Sem ele, o plano é rígido. A questão é QUANDO disparar.</a:t>
            </a:r>
          </a:p>
          <a:p>
            <a:r>
              <a:t>Sinais objetivos: erro, timeout, custo. Sinais subjetivos: resultado 'estranho'.</a:t>
            </a:r>
          </a:p>
          <a:p>
            <a:r>
              <a:t>Em produção, HITL no re-planejamento é essencial para alto risco.</a:t>
            </a:r>
          </a:p>
          <a:p>
            <a:r>
              <a:t>➡️ ToT e LATS.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Intervalo. Aproveitem para pensar: qual técnica se aplica ao problema de vocês?</a:t>
            </a:r>
          </a:p>
          <a:p>
            <a:r>
              <a:t>➡️ Voltamos com Tree of Thoughts.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vamos além do linear: busca em árvore e MCTS.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ToT explora múltiplos caminhos em vez de um só. Em cada nó, LLM gera candidatos. Avaliador pontua. Explora os melhores. Backtracking se beco sem saída.</a:t>
            </a:r>
          </a:p>
          <a:p>
            <a:r>
              <a:t>💡 Analogia: xadrez. Não joga uma sequência — considera várias, avalia, escolhe.</a:t>
            </a:r>
          </a:p>
          <a:p>
            <a:r>
              <a:t>❓ 'Em que problema ToT vale o custo?' (espaço de busca grande + função de avaliação clara)</a:t>
            </a:r>
          </a:p>
          <a:p>
            <a:r>
              <a:t>⚠️ ToT para problema simples = overkill. 5-10x mais caro.</a:t>
            </a:r>
          </a:p>
          <a:p>
            <a:r>
              <a:t>➡️ LATS.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LATS é o estado da arte em busca agêntica. MCTS + LLM. A inovação é a backpropagation: valor propagado para ancestrais, permitindo APRENDER durante a busca.</a:t>
            </a:r>
          </a:p>
          <a:p>
            <a:r>
              <a:t>💡 Analogia: explorador que marca no mapa quais trilhas testou e resultado.</a:t>
            </a:r>
          </a:p>
          <a:p>
            <a:r>
              <a:t>⚠️ LATS ≠ ToT. ToT é BFS/DFS. LATS é MCTS com UCT e backpropagation.</a:t>
            </a:r>
          </a:p>
          <a:p>
            <a:r>
              <a:t>➡️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ToT e LATS são caros. 27 chamadas para ToT com D=3, B=3. Vale quando o problema é difícil o suficiente.</a:t>
            </a:r>
          </a:p>
          <a:p>
            <a:r>
              <a:t>💡 Analogia: cirurgia vs consulta. Cirurgia custa 100x mais, mas você não faz para resfriado.</a:t>
            </a:r>
          </a:p>
          <a:p>
            <a:r>
              <a:t>➡️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Demo ao vivo. Prestem atenção em: (1) geração de candidatos; (2) avaliação; (3) backtracking.</a:t>
            </a:r>
          </a:p>
          <a:p>
            <a:r>
              <a:t>⚠️ Se API falhar, tenho screenshot do trace.</a:t>
            </a:r>
          </a:p>
          <a:p>
            <a:r>
              <a:t>➡️ Intervalo.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se o agente pudesse aprender com os próprios erros?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Reflexion: quando falha, reflete SOBRE O PORQUÊ e guarda. Próxima tentativa tem a reflexão no contexto.</a:t>
            </a:r>
          </a:p>
          <a:p>
            <a:r>
              <a:t>💡 Analogia: chef que erra receita, anota 'excesso de sal', consulta antes da próxima.</a:t>
            </a:r>
          </a:p>
          <a:p>
            <a:r>
              <a:t>❓ 'Quantas tentativas até convergir?' (3-5 tipicamente)</a:t>
            </a:r>
          </a:p>
          <a:p>
            <a:r>
              <a:t>⚠️ Reflexion ≠ retry. Retry = tentar de novo. Reflexion = refletir PRIMEIRO.</a:t>
            </a:r>
          </a:p>
          <a:p>
            <a:r>
              <a:t>➡️ Reflexion vs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 diferença é sutil mas crítica. Reflection = uma passada. Reflexion = iterativo com memória.</a:t>
            </a:r>
          </a:p>
          <a:p>
            <a:r>
              <a:t>➡️ Convergência.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Reflexion nem sempre converge. Reflexão incorreta guia para o erro. Em produção: limite + reset + HITL para críticas.</a:t>
            </a:r>
          </a:p>
          <a:p>
            <a:r>
              <a:t>➡️ Self-Discover.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 se o agente pudesse criar sua própria estratégia de raciocínio?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Self-Discover é meta-raciocínio. O agente raciocina sobre QUAL estratégia usar para o problema específico.</a:t>
            </a:r>
          </a:p>
          <a:p>
            <a:r>
              <a:t>💡 Analogia: médico que não receita o mesmo remédio — diagnostica e escolhe.</a:t>
            </a:r>
          </a:p>
          <a:p>
            <a:r>
              <a:t>⚠️ Mais caro que CoT. Não vale onde estratégia ótima é conhecida.</a:t>
            </a:r>
          </a:p>
          <a:p>
            <a:r>
              <a:t>➡️ Primitivas.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As primitivas são os LEGO blocks. Self-Discover monta a estrutura certa para o problema.</a:t>
            </a:r>
          </a:p>
          <a:p>
            <a:r>
              <a:t>➡️ Reasoning nativo.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fronteira: modelos treinados para pensar.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Modelos como o1 e o3 são TREINADOS para raciocinar — não precisam de 'let's think step by step'. Raciocínio interno automático.</a:t>
            </a:r>
          </a:p>
          <a:p>
            <a:r>
              <a:t>💡 Analogia: estagiário que precisa ser lembrado (CoT) vs sênior que já sabe (modelo treinado).</a:t>
            </a:r>
          </a:p>
          <a:p>
            <a:r>
              <a:t>➡️ Impacto no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Com reasoning models, o design muda. Sem CoT promptado. Mais tools. Orçamento de reasoning tokens. Loop mais curto.</a:t>
            </a:r>
          </a:p>
          <a:p>
            <a:r>
              <a:t>⚠️ Continuar usando 'let's think step by step' com o1 pode PIORAR performance.</a:t>
            </a:r>
          </a:p>
          <a:p>
            <a:r>
              <a:t>➡️ Quando escolher cada 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Reasoning models: melhor para problemas difíceis onde opacidade é aceitável. Prompting: melhor para transparência, controle, debugging. Em produção com auditoria, prompting vence.</a:t>
            </a:r>
          </a:p>
          <a:p>
            <a:r>
              <a:t>➡️ Custo.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Reasoning models são caros (5-10x). Para gerenciar: roteamento (difícil só), caching (reusar), cascata (barato primeiro, escalar se falhar).</a:t>
            </a:r>
          </a:p>
          <a:p>
            <a:r>
              <a:t>➡️ Falhas.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 técnica tem modos de falha. Vamos cobri-los.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Loops são o bug mais comum. Detecção: se mesma ação 3+ vezes, algo errado. Quebra: forçar resposta, refletir, ou HITL.</a:t>
            </a:r>
          </a:p>
          <a:p>
            <a:r>
              <a:t>Em produção, detecção de loops é guardrail obrigatório.</a:t>
            </a:r>
          </a:p>
          <a:p>
            <a:r>
              <a:t>➡️ Orçamento.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Orçamento é segurança, não otimização. Sem max_steps = loop infinito. Sem max_cost = surpresa no fim do mês. Defina TODOS desde o dia 1.</a:t>
            </a:r>
          </a:p>
          <a:p>
            <a:r>
              <a:t>➡️ Re-planejamento supervisionado.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Em alto risco, o plano não executa sem aprovação humana. Checkpoints adicionais validam passos críticos. Rejeição → re-planejamento com feedback.</a:t>
            </a:r>
          </a:p>
          <a:p>
            <a:r>
              <a:t>➡️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consolidar 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Este quadro é o resumo da aula. Cada técnica tem seu lugar. A arte é saber escolher.</a:t>
            </a:r>
          </a:p>
          <a:p>
            <a:r>
              <a:t>➡️ Anti-patterns.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Cada anti-pattern é um bug visto em produção. O mais comum: usar ToT onde CoT basta.</a:t>
            </a:r>
          </a:p>
          <a:p>
            <a:r>
              <a:t>➡️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Respostas: 1) ToT. 2) Tools são independentes e paralelizáveis. 3) Reflexion reflete antes de tentar de novo. 4) Removido (modelo já raciocina). 5) max_steps + orçamento.</a:t>
            </a:r>
          </a:p>
          <a:p>
            <a:r>
              <a:t>➡️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ETHAGT04 é a base de raciocínio. Memória (ETHAGT05) estende Reflexion. RAG (ETHAGT06) combina raciocínio + recuperação. Multi-agente (ETHAGT09) distribui raciocínio.</a:t>
            </a:r>
          </a:p>
          <a:p>
            <a:r>
              <a:t>➡️ Leitura.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Leiam ToT e Reflexion antes da próxima aula. LATS e Self-Discover são recomendados.</a:t>
            </a:r>
          </a:p>
          <a:p>
            <a:r>
              <a:t>➡️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📖 Q&amp;A aberto. 'Qual técnica vocês vão testar primeiro no projeto de vocês?'</a:t>
            </a:r>
          </a:p>
          <a:p>
            <a:r>
              <a:t>➡️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Reasoning &amp;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Universidade Etho · Especialização em Programação Agêntica</a:t>
            </a:r>
            <a:br/>
            <a:r>
              <a:t>Fase B — Razão, Memória e Conhecimento · 30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Objetivos do 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 geral: dominar o espectro de estratégias de raciocínio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Objetivos específicos: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Caracterizar planejamento antes vs durante a 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Implementar: ReAct, Plan-and-Execute, ReWOO, ToT, LATS, Reflexion, Self-Discover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Compreender reasoning model nativo vs prompting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Avaliar trade-offs: qualidade × custo × latência × robustez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Lidar com falhas: plano rígido, loops, re-planejamento ausente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LATS = Language Agent Tree Search — Busca em Arvore com LLM  ·  ReAct = Reasoning and Acting — padrao de loop Thought / Action / Observation  ·  ReWOO = Reasoning WithOut Observation — raciocinio sem observacao intermediaria  ·  ToT = Tree of Thoughts — Arvore de Pensamentos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5 objetivos mensuráveis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 / 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Competências Desenvolvidas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C1 Programação Agêntica → I (Intermediário)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C2 Multi-Agent Systems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C4 Agent Memory → B (Básico)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C5 AgentOps &amp; Avaliação → B (Básico)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AgentOps = Agent Operations — operacao e monitoramento de agentes em producao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Framework Etho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 / 90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Agenda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1 (60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Abertura (8 min) — motivação, espectro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Tipologia (14 min) — CoT, Self-Consistency, estruturas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Plan-and-Execute (16 min) — Planner, ReWOO, trade-offs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ToT e LATS (18 min) — busca em árvore, MCTS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Intervalo (5 min)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Bloco 2 (60 min):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Reflexion (12 min) — auto-crítica com memória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Self-Discover (8 min) — composição de estratégia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Reasoning Nativo (14 min) — o1/o3, Claude thinking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Falhas e Orçamento (12 min) — loops, budget, benchmarks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Fechamento (8 min) — comparação, quiz,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CoT = Chain-of-Thought — Cadeia de Pensamento  ·  MCTS = Monte Carlo Tree Search — Busca em Arvore de Monte Carlo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Roteiro da aula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 / 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ReAct Não Basta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Cenário: 'Planeje viagem de 7 dias com R$5000'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ReAct puro: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Passo 1: buscar voos → R$3000 (50% do orçamento)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Passo 2: buscar hotel → R$2000 (80%)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Passo 3: atividades → não cabe mais. Loop.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Sem backtracking: não pode voltar e escolher voos mais baratos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problema: um passo errado no meio inviabiliza todo o plano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raciocínio estruturado — planejar, explorar, refletir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Criar tensão — ReAct tem 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5 / 90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 Espectro do Raciocínio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Linha do tempo: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2022: Chain-of-Thought (Wei et al.)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Mar/2023: ReAct (Yao et al.) — raciocínio durante a 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Mai/2023: Tree of Thoughts — busca em árvore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Mar/2023: Reflexion (Shinn et al.) — auto-crítica com memória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2024: LATS (Zhou et al.) — MCTS + LLM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Fev/2024: Self-Discover — composição de estratégia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Set/2024: OpenAI o1 — reasoning nativo via RL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Cada técnica resolve uma limitação da anterior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12-Diagrams/ETHAGT04/reasoning-spectrum.mmd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LLM = Large Language Model — Modelo de Linguagem de Grande Escala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Panorama das técnicas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6 / 90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Tipologia do Raciocínio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Chain-of-Thought (CoT)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fundação de todo raciocínio em LLMs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CoT zero-shot: 'Let's think step by step'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CoT few-shot: exemplos de raciocínio no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Por que funciona: o LLM pensa ATRAVÉS da geração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token gerado é parte do raciocínio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Wei et al., NeurIPS 2022 (arXiv:2201.11903)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Efeito: até +20 pts em benchmarks matemáticos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Fundação do raciocínio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8 / 90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Self-Consistency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Ideia: gerar N raciocínios independentes (temperatura &gt; 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Votação: escolher a resposta mais frequente (majority vote)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Exemplo: 10 amostras → 7 dão '42', 3 dão '38' → escolher '42'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Custo: N× mais caro que CoT simples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Quantas amostras? Tipicamente 5-20 (mais que 20 = retorno marginal)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Wang et al., 2022 (arXiv:2203.11171)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Múltiplas amostras + votação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9 / 90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Antes vs Durante a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Durante (ReAct)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pensa → age → observa → pensa → age...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Adaptativo, flexível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Mas: pode se perder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Re-escolhe a cada passo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Mais caro (N raciocínios)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Antes (Plan-and-Execute)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planeja tudo → executa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Eficiente, estruturado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Mas: rígido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Não adapta se inesperado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Mais barato (1 raciocínio)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Duas famílias de planejamento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10 / 90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Linear vs Árvore vs Grafo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Linear (ReAct):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Thought → Action → Observation → Thought → ...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Um caminho, sem bifurcação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Árvore (ToT):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Gerar múltiplos candidatos → avaliar → explorar melhor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Backtracking possível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Grafo (LATS):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MCTS — seleção, expansão, avaliação, backpropagation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Busca sistemática com memória de estados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3 estruturas de raciocínio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11 / 90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Reasoning +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Raciocínio e tool use não são separados — são integrados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ReAct: raciocínio guia QUANDO chamar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ToT: pode ramificar a árvore chamando diferentes tools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Reflexion: reflete sobre POR QUE uma tool falhou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Reasoning nativo (o1): chama tools entre 'pensamentos'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qualidade do raciocínio determina a qualidade do uso de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Raciocínio guia tool 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12 / 90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Plan-and-Execute e ReWOO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Plan-and-Execute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Arquitetura: Planner → Executor → Replanner (opcional)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Planner: LLM gera lista de passos (sem executar)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Ex: ['1. Buscar voos', '2. Buscar hotéis', '3. Calcular total', '4. Verificar orçamento']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Executor: executa cada passo (pode usar ReAct internamente)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Replanner: se um passo falha, re-planeja o restante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12-Diagrams/ETHAGT04/plan-execute.mmd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Planner → Executor → Replanner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14 / 90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ReWOO: Reasoning WithOut 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Ideia: Planner gera plano 'cego' (sem ver observações)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Planner: 'Preciso saber X, Y, Z' (sem esperar respostas)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Todas as tools chamadas EM PARALELO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Solver: combina as evidências para a resposta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1 raciocínio + N tools paralelas + 1 solver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Latência reduzida (paralelismo)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Xu et al., 2023 (arXiv:2305.18323)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Paralelização de evidências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15 / 90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Comparação: 3 Abordagens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Flexibilidade: ✅ Alta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Tokens: ❌ Muitos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Latência: ❌ Serial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Re-planejamento: ✅ Nativo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Complexidade: ✅ Simples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Plan-Execute / ReWOO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Flexibilidade: ⚠️ Média / ❌ Baixa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Tokens: ⚠️ Médios / ✅ Poucos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Latência: ⚠️ Serial / ✅ Paralelo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Re-planejamento: ⚠️ Opcional / ❌ Não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Complexidade: ⚠️ Média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Tabela comparativa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16 / 90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Quando Re-planejar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Sinais de falha do plano: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Tool retorna erro ou resultado inesperado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Resultado contradiz premissa do plano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Orçamento estourando (custo, tempo)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Loop detectado (mesma ação repetida)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Re-planejamento automático (LLM re-gera plano restante)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HITL: humano aprova ou ajusta o plano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Fallback: plano simplificado pré-definido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HITL = Human-in-the-Loop — Humano no Ciclo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Detecção de falha de 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17 / 90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Intervalo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 minutos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Pense em: qual técnica de raciocínio você testaria primeiro no seu projeto?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Intervalo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18 / 90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Tree of Thoughts e LATS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Tree of Thoughts (ToT)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Generalização de CoT para uma árvore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 passos: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Decompor — quebrar problema em sub-problemas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Gerar candidatos — para cada estado, múltiplos 'pensamentos'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Avaliar — LLM pontua cada candidato (viable/not viable, ou 1-10)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Buscar — BFS ou DFS através dos estados avaliados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Backtracking: se ramo leva a beco sem saída, voltar e tentar outro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Yao et al., NeurIPS 2023 (arXiv:2305.10601)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12-Diagrams/ETHAGT04/tot-search-tree.mmd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BFS = Breadth-First Search — Busca em Largura  ·  DFS = Depth-First Search — Busca em Profundidade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Busca em árvore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20 / 90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LATS: Language Agent Tree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Base: Monte Carlo Tree Search (MCTS) — algoritmo de AlphaGo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 fases do MCTS adaptadas para LLM: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Seleção — escolher nó via UCT (explora vs explora)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Expansão — gerar nova ação (LLM)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Simulação — executar e avaliar (LLM + environment)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Backpropagation — propagar valor para nós ancestrais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Vantagem: busca sistemática com memória de estados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Zhou et al., 2024 (arXiv:2310.01757)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MCTS +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21 / 90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Custo vs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ReAct: ~N chamadas (N passos)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ToT: ~B^D chamadas (branching^profundidade)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Ex: D=3, B=3 → 27 nós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LATS: ~(M+s)×k chamadas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Ex: 5 iterações × 3 simulações = 15+ nós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produção: $0.50-$1.00 por execução para problemas difíceis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Quando vale: problema difícil onde acertar vale mais que economizar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vale para: tarefas simples onde CoT basta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Trade-off de custo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22 / 90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DEMO: ToT em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9DCFC"/>
                </a:solidFill>
                <a:latin typeface="Consolas"/>
              </a:defRPr>
            </a:pPr>
            <a:r>
              <a:t>from langgraph.tot import ToTState</a:t>
            </a:r>
            <a:br/>
            <a:br/>
            <a:r>
              <a:t># Problema: jogo dos 24</a:t>
            </a:r>
            <a:br/>
            <a:r>
              <a:t># Objetivo: combinar 4 números com +,-,*,/ para obter 24</a:t>
            </a:r>
            <a:br/>
            <a:br/>
            <a:r>
              <a:t>def generate_thoughts(state):</a:t>
            </a:r>
            <a:br/>
            <a:r>
              <a:t>    # LLM gera múltiplas próximas operações candidatas</a:t>
            </a:r>
            <a:br/>
            <a:r>
              <a:t>    return llm.generate_candidates(state.numbers, n=3)</a:t>
            </a:r>
            <a:br/>
            <a:br/>
            <a:r>
              <a:t>def evaluate_thought(state, thought):</a:t>
            </a:r>
            <a:br/>
            <a:r>
              <a:t>    # LLM avalia: o thought leva a 24?</a:t>
            </a:r>
            <a:br/>
            <a:r>
              <a:t>    return llm.evaluate(state, thought)  # 1-10</a:t>
            </a:r>
            <a:br/>
            <a:br/>
            <a:r>
              <a:t>def search(initial_state, max_depth=4):</a:t>
            </a:r>
            <a:br/>
            <a:r>
              <a:t>    frontier = [initial_state]</a:t>
            </a:r>
            <a:br/>
            <a:r>
              <a:t>    for depth in range(max_depth):</a:t>
            </a:r>
            <a:br/>
            <a:r>
              <a:t>        candidates = []</a:t>
            </a:r>
            <a:br/>
            <a:r>
              <a:t>        for state in frontier:</a:t>
            </a:r>
            <a:br/>
            <a:r>
              <a:t>            for thought in generate_thoughts(state):</a:t>
            </a:r>
            <a:br/>
            <a:r>
              <a:t>                score = evaluate_thought(state, thought)</a:t>
            </a:r>
            <a:br/>
            <a:r>
              <a:t>                if score &gt;= 7:</a:t>
            </a:r>
            <a:br/>
            <a:r>
              <a:t>                    new_state = apply(state, thought)</a:t>
            </a:r>
            <a:br/>
            <a:r>
              <a:t>                    if is_solution(new_state):</a:t>
            </a:r>
            <a:br/>
            <a:r>
              <a:t>                        return new_state</a:t>
            </a:r>
            <a:br/>
            <a:r>
              <a:t>                    candidates.append(new_state)</a:t>
            </a:r>
            <a:br/>
            <a:r>
              <a:t>        frontier = candidates</a:t>
            </a:r>
            <a:br/>
            <a:r>
              <a:t>    return None  # Backtrack ou falha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Demo ToT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23 / 90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Reflexion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Reflexion: Auto-Crítica com Memória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Ciclo Reflexion: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Actor: agente tenta resolver (ReAct)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Evaluator: LLM avalia (sucesso/falha + motivo)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Self-Reflection: LLM gera reflexão verbal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   'Errei porque usei fórmula errada'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4. Memory: reflexão armazenada (texto natural)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5. Actor: tenta novamente, com reflexão no contexto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Memória é VERBAL — legível por humanos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Diagrama: 12-Diagrams/ETHAGT04/reflexion-loop.mmd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Shinn et al., NeurIPS 2023 (arXiv:2303.11366)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Auto-crítica com memória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25 / 90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Reflexion vs Reflection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Reflection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Auto-revisão em UMA passada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gerar → criticar → revisar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Sem memória entre tentativas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Simples, barato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Bom para tarefas de uma tentativa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Reflexion (paper)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Múltiplas tentativas com MEMÓRIA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tentar → refletir → memorizar → tentar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Erros anteriores consultados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Iterativo, mais caro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Bom para benchmarks, debugging iterativo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Técnica vs padrão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26 / 90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Convergência e Limites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Convergência: tipicamente 3-5 tentativas melhoram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Após isso, retorno marginal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Divergência: se reflexão é ruim, piora próximas tentativas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Ex: 'errei porque fórmula é X' (mas é Y)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Mitigação: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Limite de tentativas (max_reflections)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Resetar memória se performance piora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HITL na reflexão (humano valida a lição)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Quando Reflexion para de ajudar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27 / 90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Self-Discover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Self-Discover: Composição de Estratégia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Problema: nem toda tarefa se encaixa em CoT, ToT ou Reflexion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Solução: o agente DESCOBRE qual estratégia usar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Processo: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1. Selecionar — das primitivas, quais são relevantes?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2. Adaptar — como combinar para ESTE problema?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3. Implementar — gerar o raciocínio composto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Fonte: Major et al., 2024 (arXiv:2402.03620)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Meta-raciocínio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29 / 90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Primitivas como Building Blocks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CoT: pensar passo-a-passo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Decomposition: quebrar em sub-problemas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ReAct: pensar + agir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ToT: explorar múltiplos caminhos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Reflexion: aprender com erros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 agente combina 2-3 primitivas relevantes: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Matemática → decomposition + CoT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Debugging → ReAct + Reflexion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Viagem → ToT +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Primitivas de raciocínio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30 / 90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Inference-Time Reasoning Nativo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Modelos com Reasoning Nativo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OpenAI o1/o3: treinados com RL para raciocínio interno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Claude extended thinking: raciocínio extendido antes de responder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Como funcionam: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Geram tokens de raciocínio internos (não visíveis)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Otimizados via RL para pensar antes de agir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'Reasoning tokens' têm custo mas melhoram qualidade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A maior mudança desde o CoT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Modelos treinados para pensar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32 / 90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Impacto no Design do Agente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CoT promptado: o modelo já raciocina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'Let's think step by step' pode ATRAPALHAR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Mais tools, menos prompting: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Invista em tools e contexto, não em engenharia de prompt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Orçamento de reasoning tokens: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Definir max_completion_tokens para o raciocínio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Menos steps no loop: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Cada chamada é mais 'pensada', precisa de menos iterações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Design muda com reasoning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33 / 90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A5E"/>
                </a:solidFill>
                <a:latin typeface="Segoe UI"/>
              </a:defRPr>
            </a:pPr>
            <a:r>
              <a:t>Reasoning Model vs Prompting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392B"/>
                </a:solidFill>
                <a:latin typeface="Segoe UI"/>
              </a:defRPr>
            </a:pPr>
            <a:r>
              <a:t>Reasoning Model (o1/o3)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Problema difícil: ✅ Ideal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Custo: ❌ Mais caro/chamada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Latência: ❌ Alta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Controle: ❌ Caixa preta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Simplicidade: ✅ Sem prompting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Debugging: ❌ Raciocínio oculto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8659"/>
                </a:solidFill>
                <a:latin typeface="Segoe UI"/>
              </a:defRPr>
            </a:pPr>
            <a:r>
              <a:t>Prompting (CoT/ToT/Reflexion)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Problema difícil: ⚠️ Funciona mas frágil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Custo: ✅ Mais barato/chamada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Latência: ⚠️ Variável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Controle: ✅ Transparente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Simplicidade: ❌ Receita manual</a:t>
            </a:r>
          </a:p>
          <a:p>
            <a:pPr>
              <a:spcAft>
                <a:spcPts val="800"/>
              </a:spcAft>
              <a:defRPr sz="1500">
                <a:solidFill>
                  <a:srgbClr val="0F1E2D"/>
                </a:solidFill>
                <a:latin typeface="Segoe UI"/>
              </a:defRPr>
            </a:pPr>
            <a:r>
              <a:t>Debugging: ✅ Vê cada passo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Quando escolher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34 / 90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Gerenciando Custo do Reasoning Nativo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Estratégias de mitigação: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Roteamento — classificar dificuldade, usar reasoning model só para difícil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Caching de raciocínio — reusar resultado para mesma query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Orçamento — max_completion_tokens limita quanto pensa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Modelo cascata — barato primeiro, escalar para reasoning se falhar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o1 pode custar 5-10x mais que GPT-4o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Roteamento + caching + cascata reduzem custo mantendo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Estratégias de custo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35 / 90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Falhas, Loops e Orçamento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Detecção e Quebra de Loops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Sintoma: agente repete A→B→A→B ou A→A→A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Detecção: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Hash das últimas N ações — se repetidas, alerta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Embedding similarity — se semanticamente iguais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Contador — se mesma action &gt; 3x, intervir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Quebra: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Forçar resposta final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Disparar Reflexion (refletir sobre o loop)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• HITL: humano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Detecção de loops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36 / 90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Orçamento como Guardrail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max_steps: limite de iterações do loop (obrigatório)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max_tokens: limite de tokens totais por execução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max_cost: limite em dólares por execução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max_time: timeout em segundos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Orçamento por componente: raciocínio vs tools vs retrieval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Sem orçamento: loop infinito, custo ilimitado, usuário esperando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Defina TODOS desde o dia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Guardrails obrigatórios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37 / 90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Re-planejamento Supervisionado (HITL)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Em tarefas de alto risco: humano aprova plano antes da execução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Checkpoints de validação: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Após cada passo crítico, humano valida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 rejeita: agente re-planeja com feedback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Frameworks: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LangGraph interrupt_before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OpenAI handoffs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Essencial em compliance: finanças, saúde, operações irreversíveis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HITL no planejamento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38 / 90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E85D2F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Fechamento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Comparação Geral das Estratégias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ReAct — Linear — Baixo custo — Tarefas adaptativas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Plan-and-Execute — Linear+plano — Médio — Estruturadas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ReWOO — Paralelo — Baixo — Independentes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ToT — Árvore — Alto — Problemas de busca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LATS — Grafo (MCTS) — Muito alto — Muito difíceis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Reflexion — Linear+memória — Médio — Iterativas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Self-Discover — Composição — Médio-Alto — Sem padrão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Reasoning nativo — Interno — Alto — Difíceis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Não existe 'melhor' — existe a certa para 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Quadro comparativo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39 / 90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Anti-Patterns (DON'T)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ToT/LATS para problemas simples (overkill)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Reflexion sem limite de tentativas (loop de reflexão)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Plan-and-Execute sem Replanner (plano rígido)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ReWOO com tools dependentes (não paralelizável)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'Let's think step by step' com reasoning model (atrapalha)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orçamento de tokens/custo (surpresa no fim do mês)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❌ Sem detecção de loops (gasto infinito)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Checklist de anti-patterns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40 / 90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5D2F"/>
                </a:solidFill>
                <a:latin typeface="Segoe UI"/>
              </a:defRPr>
            </a:pPr>
            <a:r>
              <a:t>Quiz Final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 perguntas individuais, sem consulta: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1. Qual técnica adiciona backtracking ao raciocínio?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2. ReWOO é melhor que ReAct quando...?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3. Reflexion difere de retry porque...?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4. Com o1, 'let's think step by step' deve ser...?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5. Qual guardrail é OBRIGATÓRIO em todo agente?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≥3 acertos = compreensão básica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Exercício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41 / 90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Conexão com Próximos Módulos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ETHAGT05 — Memória de 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Estende Reflexion com memória persistente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ETHAGT06 — RAG Agêntico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Raciocínio + recuperação combinados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ETHAGT09 — Multi-Agente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Múltiplos agentes raciocinando juntos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ETHAGT15 — Meta-Agentes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Self-Discover como bloco para meta-raciocínio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0350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980B9"/>
                </a:solidFill>
                <a:latin typeface="Segoe UI"/>
              </a:defRPr>
            </a:pPr>
            <a:r>
              <a:t>RAG = Retrieval-Augmented Generation — Geracao Aumentada por Recuperacao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Mapa da especialização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42 / 90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Universidade Etho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8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ETHAGT04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3A5E"/>
                </a:solidFill>
                <a:latin typeface="Segoe UI"/>
              </a:defRPr>
            </a:pPr>
            <a:r>
              <a:t>Leitura Recomendada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Obrigatório: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Yao et al. Tree of Thoughts (arXiv:2305.10601)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Shinn et al. Reflexion (arXiv:2303.11366)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Recomendado: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Zhou et al. LATS (arXiv:2310.01757)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Major et al. Self-Discover (arXiv:2402.03620)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OpenAI. Learning to Reason with LLMs (o1 paper)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Complementar: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Wei et al. Chain-of-Thought (arXiv:2201.11903)</a:t>
            </a:r>
          </a:p>
          <a:p>
            <a:pPr>
              <a:spcAft>
                <a:spcPts val="800"/>
              </a:spcAft>
              <a:defRPr sz="1600">
                <a:solidFill>
                  <a:srgbClr val="0F1E2D"/>
                </a:solidFill>
                <a:latin typeface="Segoe UI"/>
              </a:defRPr>
            </a:pPr>
            <a:r>
              <a:t>  Xu et al. ReWOO (arXiv:2305.18323)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Leitura obrigatória e recomendada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A8F"/>
                </a:solidFill>
                <a:latin typeface="Segoe UI"/>
              </a:defRPr>
            </a:pPr>
            <a:r>
              <a:t>Slide 43 / 90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Perguntas?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A8F"/>
                </a:solidFill>
                <a:latin typeface="Segoe UI"/>
              </a:defRPr>
            </a:pPr>
            <a:r>
              <a:t>Na próxima aula: ETHAGT05 — Memória de Agentes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2F"/>
                </a:solidFill>
                <a:latin typeface="Segoe UI"/>
              </a:defRPr>
            </a:pPr>
            <a:r>
              <a:t>ETHAGT04 · 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