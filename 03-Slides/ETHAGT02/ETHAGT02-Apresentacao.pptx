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Bem-vindos à segunda aula. Hoje vamos aprofundar o componente mais crítico do Augmented LLM: as tools. Na aula passada vimos que o Augmented LLM = LLM + retrieval + tools + memory. Hoje é o dia das tools.</a:t>
            </a:r>
          </a:p>
          <a:p>
            <a:r>
              <a:t>💡 ANALOGIA: ETHAGT01 foi aprender a cozinhar. ETHAGT02 é aprender a afiar as facas — sem facas boas, o melhor chef falha.</a:t>
            </a:r>
          </a:p>
          <a:p>
            <a:r>
              <a:t>❓ PERGUNTA: "Quantos de vocês leram o Apêndice 2 da Anthropic?" (verificar homework)</a:t>
            </a:r>
          </a:p>
          <a:p>
            <a:r>
              <a:t>➡️ TRANSIÇÃO: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Cada objetivo é mensurável. O mais importante é #2 — ACI. Se você só lembrar de uma coisa desta aula, deve ser: invista em ACI tanto quanto em HCI.</a:t>
            </a:r>
          </a:p>
          <a:p>
            <a:r>
              <a:t>❓ PERGUNTA: "Qual objetivo vocês acham mais difícil?" (geralmente #5 — avaliar empiricamente)</a:t>
            </a:r>
          </a:p>
          <a:p>
            <a:r>
              <a:t>➡️ TRANSIÇÃO: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Este módulo eleva C3 (MCP &amp; Tool Use) de Básico para Intermediário. É o núcleo da aula. C6 (Security) é introduzido como Básico via a matriz de risco e HITL — o aprofundamento vem em ETHAGT13.</a:t>
            </a:r>
          </a:p>
          <a:p>
            <a:r>
              <a:t>➡️ TRANSIÇÃO: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O bloco 1 é teoria + princípios. O bloco 2 é prática + engenharia. O quiz final tem 5 perguntas.</a:t>
            </a:r>
          </a:p>
          <a:p>
            <a:r>
              <a:t>➡️ TRANSIÇÃO: Por que ACI importa?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falha silenciosa é o pior tipo de bug. O agente não crasha — ele continua operando com informação errada. No caso da Anthropic, o agente editava o arquivo errado e seguia em frente. Sem traces, ninguém percebe.</a:t>
            </a:r>
          </a:p>
          <a:p>
            <a:r>
              <a:t>💡 ANALOGIA: É como um mecânico com uma chave de boca mal calibrada. Ele aperta o parafuso achando que está certo, mas a chave escorrega. O parafuso fica frouxo, o carro anda, e o problema só aparece 1000 km depois.</a:t>
            </a:r>
          </a:p>
          <a:p>
            <a:r>
              <a:t>❓ PERGUNTA: "Vocês já tiveram um bug onde a 'solução' era melhorar o prompt, mas o real problema era a tool?"</a:t>
            </a:r>
          </a:p>
          <a:p>
            <a:r>
              <a:t>➡️ TRANSIÇÃO: A solução é tratar ACI como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ACI é o conceito central de hoje. A Anthropic passou MAIS tempo nas tools do que no prompt principal do SWE-bench. Isso inverte a intuição: a maioria das pessoas passa 90% do tempo no prompt e 10% nas tools. O certo é o inverso.</a:t>
            </a:r>
          </a:p>
          <a:p>
            <a:r>
              <a:t>💡 ANALOGIA: É como design de UI. Se usuários clicam no botão errado, a solução não é 'treinar os usuários' — é mover o botão. Com agentes: se o modelo chama a tool errada, a solução não é 'prompt melhor' — é redesenhar a tool.</a:t>
            </a:r>
          </a:p>
          <a:p>
            <a:r>
              <a:t>➡️ TRANSIÇÃO: Vamos entender o mecanismo antes dos princípios.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Início do bloco de mecanismo. Como o tool calling funciona tecnicamente.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O function calling foi o que tornou tool use confiável. Antes, você pedia pro LLM "responda em JSON" e parseava — frágil. Agora, o modelo gera um tool_call com schema definido. O sistema executa e retorna o resultado. O modelo consome.</a:t>
            </a:r>
          </a:p>
          <a:p>
            <a:r>
              <a:t>💡 ANALOGIA: É como a diferença entre pedir para alguém "me passe o parafuso de 10mm" (texto livre — pode trazer o errado) vs ter um catálogo com código de barras (JSON Schema — não tem ambiguidade).</a:t>
            </a:r>
          </a:p>
          <a:p>
            <a:r>
              <a:t>❓ PERGUNTA: "Quem aqui já usou function calling?" (calibrar)</a:t>
            </a:r>
          </a:p>
          <a:p>
            <a:r>
              <a:t>➡️ TRANSIÇÃO: O JSON Schema é o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Note três coisas neste schema: (1) a descrição diz quando USAR e quando NÃO USAR; (2) category é enum — o modelo não pode inventar categorias; (3) query tem exemplo na descrição. Isso é ACI aplicada.</a:t>
            </a:r>
          </a:p>
          <a:p>
            <a:r>
              <a:t>💡 Poka-yoke aplicados: enum em category (não pode errar), descrição com exemplo, regra de fronteira (não usar para listar categorias).</a:t>
            </a:r>
          </a:p>
          <a:p>
            <a:r>
              <a:t>➡️ TRANSIÇÃO: Structured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Structured outputs é o próximo nível. Em vez de o modelo gerar texto e torcer que o JSON é válido, o decoding é constrangido — o modelo SÓ pode gerar tokens que produzem JSON válido. Isso elimina 100% dos erros de parse. O custo é que em edge cases raros, o modelo pode ficar "preso" no schema e não conseguir expressar algo.</a:t>
            </a:r>
          </a:p>
          <a:p>
            <a:r>
              <a:t>➡️ TRANSIÇÃO: E se o modelo precisa chamar múltiplas tools?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Múltiplas tools em paralelo reduz latência. Mas cuidado: se tool B depende do resultado de tool A, não pode paralelizar. O modelo precisa saber — inclua na descrição se a tool tem dependências.</a:t>
            </a:r>
          </a:p>
          <a:p>
            <a:r>
              <a:t>➡️ TRANSIÇÃO: Quanto custa isso em tokens?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Cada tool adiciona ~200 tokens ao prompt. 10 tools = 2k tokens extras. Em 10k chamadas/dia, são 20M tokens extras = $3-30/dia dependendo do modelo. Gorilla (arXiv:2305.15334) mostrou que com 1700+ APIs, a performance cai drasticamente. A solução para muitas tools é tool retrieval — o modelo busca apenas as tools relevantes. Isso é MCP (ETHAGT08).</a:t>
            </a:r>
          </a:p>
          <a:p>
            <a:r>
              <a:t>❓ PERGUNTA: "Quantas tools vocês têm no sistema de vocês?" (calibrar)</a:t>
            </a:r>
          </a:p>
          <a:p>
            <a:r>
              <a:t>➡️ TRANSIÇÃO: Vamos ver um exemplo comparativo.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diferença é clara. A tool mal descrita permite o modelo passar op="multiply" ou op="soma" — vai quebrar. A bem descrita com enum só permite os 4 operadores. Isso é poka-yoke: tornar o erro impossível.</a:t>
            </a:r>
          </a:p>
          <a:p>
            <a:r>
              <a:t>➡️ TRANSIÇÃO: Demo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Demo ao vivo. Mostrar: (1) como o modelo escolhe a tool; (2) como os args vêm estruturados; (3) como o resultado volta. Se API falhar, tenho screenshot.</a:t>
            </a:r>
          </a:p>
          <a:p>
            <a:r>
              <a:t>❓ PERGUNTA: "Viram como o enum garantiu que op foi '*' e não 'multiply'?"</a:t>
            </a:r>
          </a:p>
          <a:p>
            <a:r>
              <a:t>➡️ TRANSIÇÃO: Pergunta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Respostas: (1) O enum rejeita '×' — o modelo SÓ pode gerar '+', '-', '*', '/'. Poka-yoke. (2) A tool DEVE tratar divisão por zero e retornar {"error": "division by zero"} como Observation. O modelo decide o que fazer. (3) Adicionar power(a, b) como nova tool, ou estender calculator com op="^" — mas cuidado: "^" pode confundir com XOR.</a:t>
            </a:r>
          </a:p>
          <a:p>
            <a:r>
              <a:t>➡️ TRANSIÇÃO: Agora os princípios de 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os princípios de 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analogia é poderosa. Tudo que você sabe sobre HCI se aplica a ACI. Affordance: um botão parece clicável → uma tool parece chamável (descrição clara). Feedback: UI mostra loading → tool retorna Observation estruturada. Consistência: mesma ação = mesmo botão → mesma operação = mesma tool.</a:t>
            </a:r>
          </a:p>
          <a:p>
            <a:r>
              <a:t>💡 ANALOGIA: Se você contratasse um funcionário e desse ferramentas sem manual, sem treinamento, seria irresponsável. Com agentes é igual: tools sem descrição = ferramentas sem manual.</a:t>
            </a:r>
          </a:p>
          <a:p>
            <a:r>
              <a:t>➡️ TRANSIÇÃO: Primeiro princípio.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O teste é simples: leia a descrição como se fosse um júnior. Se você ficar confuso, o modelo também ficará. A diferença é que o júnior pode perguntar; o modelo não pode — ele adivinha. E quando adivinha, erra.</a:t>
            </a:r>
          </a:p>
          <a:p>
            <a:r>
              <a:t>➡️ TRANSIÇÃO: Segundo princípio.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'Faz busca' é a descrição mais comum e mais inútil. Busca o quê? Onde? Retorna o quê? Quando usar vs quando não usar? A boa descrição responde todas essas perguntas em 1-2 frases.</a:t>
            </a:r>
          </a:p>
          <a:p>
            <a:r>
              <a:t>➡️ TRANSIÇÃO: Terceiro princípio.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Anthropic descobriu que o formato importa tanto quanto a descrição. Diffs exigem que o modelo saiba quantas linhas mudaram ANTES de escrever o código — isso é cognitivamente caro. Reescrever o arquivo inteiro é mais natural. JSON com escaping é difícil; markdown é fácil.</a:t>
            </a:r>
          </a:p>
          <a:p>
            <a:r>
              <a:t>💡 ANALOGIA: É como pedir para alguém escrever uma carta. Se você pedir em formato de diff (com @@ -1,3 +1,5 @@), a pessoa precisa contar linhas. Se pedir em texto plano, flui natural.</a:t>
            </a:r>
          </a:p>
          <a:p>
            <a:r>
              <a:t>➡️ TRANSIÇÃO: Quarto princípio — poka-yoke.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Poka-yoke é o princípio mais poderoso. Em vez de confiar que o modelo 'lembre' de usar paths absolutos (frágil), mude a tool para EXIGIR paths absolutos (robusto). O modelo não pode errar mesmo que queira. Isso é design defensivo.</a:t>
            </a:r>
          </a:p>
          <a:p>
            <a:r>
              <a:t>💡 ANALOGIA: É como a proteção da tomada: você não ensina a criança a não colocar o dedo (prompt); você coloca a proteção (poka-yoke).</a:t>
            </a:r>
          </a:p>
          <a:p>
            <a:r>
              <a:t>➡️ TRANSIÇÃO: Quinto princípio.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Se você cortar tokens cedo demais, o modelo 'se encurrala' — começa a escrever algo e não consegue terminar. O resultado é truncado ou errado. Dar espaço para pensar é investir em qualidade.</a:t>
            </a:r>
          </a:p>
          <a:p>
            <a:r>
              <a:t>➡️ TRANSIÇÃO: Vamos praticar identificar o que falta.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Faltam: (1) descrição rica — 'envia email' não diz para quem, com que formato, nem limitações; (2) validação de email (pattern regex); (3) max length no body; (4) não diz se é HTML ou texto plano; (5) não há HITL (enviar email é ação destrutiva); (6) não há rate limiting; (7) não diz o que retorna (success? error? message_id?). Poka-yokes: pattern de email, enum de formato, required fields, dry-run opcional.</a:t>
            </a:r>
          </a:p>
          <a:p>
            <a:r>
              <a:t>➡️ TRANSIÇÃO: Vamos ver o antes e depois de uma refatoração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diferença é dramática. A versão refatorada tem: enum em formato, pattern em email, maxLength em subject e body, dry_run default true (HITL), fronteira com bulk_email. O modelo não pode mais enviar email inválido ou sem confirmação.</a:t>
            </a:r>
          </a:p>
          <a:p>
            <a:r>
              <a:t>➡️ TRANSIÇÃO: Vamos ver o caso real da Anthropic.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Este é o caso canônico de ACI. A lição: erros sistemáticos são sinais de design de tool, não de prompt. Antes de reescrever o prompt pela 3ª vez, pergunte: posso redesenhar a tool?</a:t>
            </a:r>
          </a:p>
          <a:p>
            <a:r>
              <a:t>💡 ANALOGIA: Se um usuário clica sempre no botão errado, a solução não é 'treinar o usuário'. É mover o botão.</a:t>
            </a:r>
          </a:p>
          <a:p>
            <a:r>
              <a:t>➡️ TRANSIÇÃO: A lição consolidada.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Esta é a inversão mental que a aula inteira tenta provocar. Se o erro é sistemático (acontece sempre da mesma forma), é design de tool. Se é ocasional (às vezes acontece), pode ser prompt. Antes de reescrever o prompt, passe pelo checklist.</a:t>
            </a:r>
          </a:p>
          <a:p>
            <a:r>
              <a:t>➡️ TRANSIÇÃO: Intervalo. Voltamos para engenharia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engenharia de tools — schemas, idempotência, tipologia.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Pydantic é o padrão de facto em Python. Define o schema como classe, valida automaticamente, e gera o JSON Schema para a API. Se o modelo passar args inválidos, Pydantic rejeita antes de executar — mais um poka-yoke.</a:t>
            </a:r>
          </a:p>
          <a:p>
            <a:r>
              <a:t>➡️ TRANSIÇÃO: Idempotência.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Idempotência é crítica em agentes porque retries acontecem. O agente chama a tool, o timeout dispara, o agente tenta de novo — se a tool não é idempotente, você cobra 2x ou envia 2 emails. request_id é a solução mais simples: a tool guarda o ID e rejeita duplicatas.</a:t>
            </a:r>
          </a:p>
          <a:p>
            <a:r>
              <a:t>💡 ANALOGIA: É como um co-piloto que confirma: "Já fizemos isso?" antes de repetir.</a:t>
            </a:r>
          </a:p>
          <a:p>
            <a:r>
              <a:t>➡️ TRANSIÇÃO: Timeouts e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Sem timeout, uma API lenta pode travar o agente por minutos. Sem retry, uma falha transiente (500 temporário) mata a execução. Sem fallback, uma exceção não tratada quebra o loop. Cada um desses é um poka-yoke de produção.</a:t>
            </a:r>
          </a:p>
          <a:p>
            <a:r>
              <a:t>➡️ TRANSIÇÃO: Tipologia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tipologia guia as decisões de segurança. Leitura é segura — pode rodar sem proteção. Escrita modifica estado — precisa idempotência. Destrutiva é irreversível — HITL obrigatório. External afeta o mundo real — máxima proteção.</a:t>
            </a:r>
          </a:p>
          <a:p>
            <a:r>
              <a:t>➡️ TRANSIÇÃO: Matriz de risco e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Versionamento de tools é como versionamento de API. Adicionar campos opcionais é seguro. Remover ou mudar tipo quebra. Se precisar mudar, crie uma nova tool (v2) e deprecie a antiga gradualmente.</a:t>
            </a:r>
          </a:p>
          <a:p>
            <a:r>
              <a:t>➡️ TRANSIÇÃO: Quando usar 1 tool com mode vs 2 tools?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regra de 80% é um guia prático. Se search_product e search_user compartilham quase todo o schema (query, limit, offset), vale consolidar em uma com mode. Se são conceitualmente diferentes (buscar produto vs buscar usuário), separe.</a:t>
            </a:r>
          </a:p>
          <a:p>
            <a:r>
              <a:t>➡️ TRANSIÇÃO: Ferramentas perigosas e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segurança e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matriz classifica tools por dois eixos: reversibilidade (posso desfazer?) e impacto (quanto dano causa?). O quadrante crítico é irreversível + alto impacto — HITL é não-negociável. Exemplos: deletar conta de usuário, fazer deploy, transferir dinheiro, enviar email em massa.</a:t>
            </a:r>
          </a:p>
          <a:p>
            <a:r>
              <a:t>➡️ TRANSIÇÃO: Como implementar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HITL tem níveis. Confirmação é o mais simples (y/n). Dry-run é mais rico (mostra o que faria). Simulação é o mais completo (executa de verdade em sandbox). Allowlist é para produção (ações pré-aprovadas).</a:t>
            </a:r>
          </a:p>
          <a:p>
            <a:r>
              <a:t>➡️ TRANSIÇÃO: Erros comuns.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Respostas: (1) Leitura, sem HITL, idempotente. (2) Escrita, HITL opcional, idempotente (mesmo status = no-op). (3) Destrutiva, HITL obrigatório, NÃO idempotente. (4) External, HITL obrigatório, NÃO idempotente (sem request_id). (5) External+Destrutiva, HITL obrigatório, precisa idempotência (request_id para não estornar 2x).</a:t>
            </a:r>
          </a:p>
          <a:p>
            <a:r>
              <a:t>➡️ TRANSIÇÃO: Erros comuns e correções.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erros comuns e avaliação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Cada erro tem um sintoma característico. Aprender a diagnosticar pelo sintoma é a habilidade mais valiosa desta aula. Se o modelo erra caminho → paths. Se confunde tools → consolidar. Se passa valores inválidos → schema. Se quebra o loop → error handling.</a:t>
            </a:r>
          </a:p>
          <a:p>
            <a:r>
              <a:t>❓ PERGUNTA: "Qual desses erros vocês já cometeram?"</a:t>
            </a:r>
          </a:p>
          <a:p>
            <a:r>
              <a:t>➡️ TRANSIÇÃO: Vamos aprofundar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O pattern "^/.*" é um poka-yoke regex — rejeita qualquer path que não comece com /. O modelo nem consegue gerar um path relativo válido. Isso é design defensivo aplicado.</a:t>
            </a:r>
          </a:p>
          <a:p>
            <a:r>
              <a:t>➡️ TRANSIÇÃO: Erro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Erro 2 é sobre namespace pollution. Se duas tools têm nomes similares, o modelo confunde. Solução: consolidar ou renomear. Erro 3 é sobre clareza. A boa descrição responde 5 perguntas: o que faz, quando usar, quando não usar, exemplo, retorno.</a:t>
            </a:r>
          </a:p>
          <a:p>
            <a:r>
              <a:t>➡️ TRANSIÇÃO: Avaliação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avaliação empírica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Workbench é o teste de regressão para tools. Sem ele, você 'acha' que as tools funcionam. Com workbench, você PROVA que funcionam — e mede a melhoria após refatoração. O Lab 1 replica exatamente este fluxo.</a:t>
            </a:r>
          </a:p>
          <a:p>
            <a:r>
              <a:t>➡️ TRANSIÇÃO: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As 4 métricas formam o dashboard de quality das tools. Taxa de uso correto é a principal. As outras três são de suporte. Se a taxa é &lt;85%, refatore. Se custo subiu após refatoração (descrições mais longas), avalie se o benefício justifica.</a:t>
            </a:r>
          </a:p>
          <a:p>
            <a:r>
              <a:t>➡️ TRANSIÇÃO: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Schema frouxo permite valores inválidos. Schema apertado (enum, pattern, min/max) rejeita antes de executar. Erro não tratado quebra o loop. Erro tratado retorna mensagem útil que o modelo pode usar para se recuperar.</a:t>
            </a:r>
          </a:p>
          <a:p>
            <a:r>
              <a:t>➡️ TRANSIÇÃO: Boas práticas e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Testes de regressão garantem que uma refatoração não quebra o que funcionava. Sem eles, você melhora a tool para um caso e quebra para outro. O conjunto de 20+ casos cobre happy path (funcionamento normal), edge cases (valores extremos), e erros (entradas inválidas).</a:t>
            </a:r>
          </a:p>
          <a:p>
            <a:r>
              <a:t>➡️ TRANSIÇÃO: Fechamento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Cada item é uma lição que alguém aprendu da forma difícil. A maioria vem direto da Anthropic. O resto vem de experiência de produção.</a:t>
            </a:r>
          </a:p>
          <a:p>
            <a:r>
              <a:t>➡️ TRANSIÇÃO: E o que NÃO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Cada anti-pattern aqui é um bug que eu já vi em produção. 'Faz busca' é o mais comum. Sem try/except é o mais perigoso. Sem HITL para destrutivas é o mais caro.</a:t>
            </a:r>
          </a:p>
          <a:p>
            <a:r>
              <a:t>➡️ TRANSIÇÃO: Caso de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Este caso consolida toda a aula. A lição é: quando o erro é sistemático (sempre da mesma forma), a causa é o design da tool, não o prompt. A solução é redesenhar a tool com poka-yoke.</a:t>
            </a:r>
          </a:p>
          <a:p>
            <a:r>
              <a:t>➡️ TRANSIÇÃO: Exercício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Anti-patterns: (1) nome 'db' é vago; (2) descrição não diz qual operação, qual banco, o que retorna; (3) action é string livre (deveria ser enum); (4) data é string (deveria ser object); (5) sem required fields; (6) sem HITL para ações destrutivas; (7) table sem validação. Refatoração: rename para execute_db_query, enum em action (select/insert/update/delete), data como object, HITL para delete/drop.</a:t>
            </a:r>
          </a:p>
          <a:p>
            <a:r>
              <a:t>➡️ TRANSIÇÃO: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Se vocês só lembrarem de 3 coisas: (1) ACI é disciplina de design; (2) poka-yoke &gt; prompt; (3) teste com workbench antes de confiar.</a:t>
            </a:r>
          </a:p>
          <a:p>
            <a:r>
              <a:t>➡️ TRANSIÇÃO: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ACI = Agent-Computer Interface, análogo a HCI. É o design das tools.</a:t>
            </a:r>
          </a:p>
          <a:p>
            <a:r>
              <a:t>➡️ TRANSIÇÃO: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mudança da tool para exigir paths absolutos tornou o erro estruturalmente impossível. Poka-yoke.</a:t>
            </a:r>
          </a:p>
          <a:p>
            <a:r>
              <a:t>➡️ TRANSIÇÃO: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HITL é obrigatório para ações irreversíveis (delete, deploy, transfer, email em massa).</a:t>
            </a:r>
          </a:p>
          <a:p>
            <a:r>
              <a:t>➡️ TRANSIÇÃO: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try/except em toda tool. Retornar erro estruturado permite que o modelo decida o que fazer (tentar de novo, usar outra tool, ou informar o usuário).</a:t>
            </a:r>
          </a:p>
          <a:p>
            <a:r>
              <a:t>➡️ TRANSIÇÃO: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Anthropic é explícita: invista tanto esforço em ACI quanto em HCI. Tempo em tools &gt; tempo no prompt.</a:t>
            </a:r>
          </a:p>
          <a:p>
            <a:r>
              <a:t>➡️ TRANSIÇÃO: Conexão.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ETHAGT08 (MCP) é a continuação natural — escala tool use para centenas de tools. ETHAGT13 (Security) mostra como tools podem ser vetores de ataque.</a:t>
            </a:r>
          </a:p>
          <a:p>
            <a:r>
              <a:t>➡️ TRANSIÇÃO: Leitura.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O Apêndice 2 da Anthropic é a leitura mais importante. Se já leram (homework), parabéns. Se não, ler antes de ETHAGT03.</a:t>
            </a:r>
          </a:p>
          <a:p>
            <a:r>
              <a:t>➡️ TRANSIÇÃO: Projeto e próximos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Abrir para Q&amp;A. Se não houver perguntas, fazer: "Qual parte da aula foi menos clara?"</a:t>
            </a:r>
          </a:p>
          <a:p>
            <a:r>
              <a:t>Mensagem final: "ACI é onde mora a confiabilidade. Invistam em tools tanto quanto investiriam em UI. Poka-yoke &gt; prompt. Testem com workbench."</a:t>
            </a:r>
          </a:p>
          <a:p>
            <a:r>
              <a:t>➡️ TRANSIÇÃO: Fim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Tool Calling e Agent-Computer Interface (ACI)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A — Fundamentos Agênticos · 25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projetar, documentar e validar tools que tornam um agente confiável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Dominar o mecanismo de tool calling (function calling, JSON Schema, structured outputs)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Aplicar princípios ACI: poka-yoke, exemplos, paths absolutos, formato natural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Projetar tools idempotentes com tratamento de erro e timeouts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Distinguir tools seguras de destrutivas; aplicar HITL onde necessário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Avaliar empiricamente o uso de tools (workbench, iterar)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HCI = Human-Computer Interface — Interface Humano-Computador  ·  HITL = Human-in-the-Loop — Humano no Ciclo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Estabelecer objetivos mensuráveis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57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I (Intermediário) — núcleo do módulo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Agent Security → B (Básico) — introdução via matriz de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Conexão com ETHAGT01: C1 saiu de B → I; C3 era B, agora atinge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AgentOps = Agent Operations — operacao e monitoramento de agentes em producao  ·  MCP = Model Context Protocol — Protocolo de Contexto de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Conectar ao Framework Etho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57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Abertura (8 min) — motivação, contexto ACI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Mecanismo do Tool Calling (15 min) — function calling, JSON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ACI como Disciplina (15 min) — 5 princípios, caso SWE-bench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Engenharia de Tools (12 min) — schemas, idempotência, tipologia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Tools Perigosas e HITL (8 min) — matriz de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Erros Comuns e Avaliação (10 min) — workbench, métricas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Fechamento (15 min) — boas práticas,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SWE-bench = Software Engineering Benchmark — benchmark de issues reais do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Mostrar roteiro da aula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57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Problema: Tools Mal Desenhadas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 mal desenhadas fazem o agente falhar SILENTIOSAMENTE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 real (Anthropic SWE-bench):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Agente saía do diretório raiz → usava paths relativos errados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Resultado: editava arquivo errado ou falha 'arquivo não encontrado'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 modelo não estava 'errado' — a tool permitia o erro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O que acontece quando uma tool devolve erro não tratado?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o agente alucina uma solução ou entra em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tools mal desenhadas = falha silenciosa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57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ACI como Disciplina 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ACI = Agent-Computer Interface (análogo a HCI — Human-Computer Interface)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 da Anthropic: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"Invista tanto esforço em ACI quanto em HCI"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 prática: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Tempo em tools &gt; tempo no prompt principal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Descrição de tool = docstring para dev júnior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Poka-yoke: tornar o erro estruturalmente impossível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Testar com N inputs antes de confiar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agente confiável sem 'prompt engineering' heroico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Introduzir ACI como disciplina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57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 Mecanismo do Tool Calling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Function Calling: Do Prompt para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Antes: parsear texto livre do LLM (frágil, quebra com formatação)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Agora: JSON Schema define o contrato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Sistema registra tools com nome, descrição,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LLM recebe prompt + lista de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LLM decide: resposta direta OU tool_call (JSON com args)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Sistema executa a função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5. Resultado volta como 'tool' message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6. LLM consome o resultado e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JSON é estruturado — não é texto livre parseado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 = Large Language Model — Modelo de Linguagem de Grande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Explicar o mecanismo de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57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JSON Schema como Contrato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{</a:t>
            </a:r>
            <a:br/>
            <a:r>
              <a:t>  "type": "function",</a:t>
            </a:r>
            <a:br/>
            <a:r>
              <a:t>  "function": {</a:t>
            </a:r>
            <a:br/>
            <a:r>
              <a:t>    "name": "search_product",</a:t>
            </a:r>
            <a:br/>
            <a:r>
              <a:t>    "description": "Busca produto por nome no catálogo. Retorna preço, estoque e SKU. Use quando o usuário perguntar sobre preço ou disponibilidade. NÃO use para listar categorias — use list_categories.",</a:t>
            </a:r>
            <a:br/>
            <a:r>
              <a:t>    "parameters": {</a:t>
            </a:r>
            <a:br/>
            <a:r>
              <a:t>      "type": "object",</a:t>
            </a:r>
            <a:br/>
            <a:r>
              <a:t>      "properties": {</a:t>
            </a:r>
            <a:br/>
            <a:r>
              <a:t>        "query": {</a:t>
            </a:r>
            <a:br/>
            <a:r>
              <a:t>          "type": "string",</a:t>
            </a:r>
            <a:br/>
            <a:r>
              <a:t>          "description": "Nome do produto ou parte. Ex: 'iPhone 15' ou 'notebook Dell'"</a:t>
            </a:r>
            <a:br/>
            <a:r>
              <a:t>        },</a:t>
            </a:r>
            <a:br/>
            <a:r>
              <a:t>        "category": {</a:t>
            </a:r>
            <a:br/>
            <a:r>
              <a:t>          "type": "string",</a:t>
            </a:r>
            <a:br/>
            <a:r>
              <a:t>          "enum": ["electronics", "clothing", "food", "books"],</a:t>
            </a:r>
            <a:br/>
            <a:r>
              <a:t>          "description": "Filtro de categoria. Omita se não souber."</a:t>
            </a:r>
            <a:br/>
            <a:r>
              <a:t>        }</a:t>
            </a:r>
            <a:br/>
            <a:r>
              <a:t>      },</a:t>
            </a:r>
            <a:br/>
            <a:r>
              <a:t>      "required": ["query"]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Mostrar JSON Schema como contrato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57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Structured Outputs / Constrained Decoding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é: forçar o LLM a gerar apenas JSON válido conforme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funciona (visão):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Constrained decoding: restringe tokens durante geração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Garante 100% de conformidade com o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Elimina erros de parse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zero erros de formatação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pode limitar criatividade do modelo em edge cases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OpenAI: response_format = { type: 'json_schema', json_schema: {...} 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Anthropic: tool_choice = { type: 'tool', name: '...'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Introduzir structured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57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Multi-tool Calls e Paralelismo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modelo pode chamar múltiplas tools em UMA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'Qual o preço do iPhone E do Samsung?'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tool_call: search_product('iPhone')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tool_call: search_product('Samsung')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(executadas em paralelo)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latência reduzida (paralelo vs serial)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Risco: ordem importa se há dependência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Boa prática: documentar se a tool é independente ou sequencial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Explicar multi-tool calls paralelas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Custo: Tokens de Descrição vs Benefício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tool adiciona tokens ao prompt (descrição + schema)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Estimativa por tool bem descrita: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~150-300 tokens (nome + descrição + schema + exemplos)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10 tools = ~2000-3000 tokens extras por chamada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Mais tools = mais capacidades mas mais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Descrições ricas = melhor uso mas mais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5-10 tools bem descritas &gt; 50 tools vagas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precisar de 50+ tools: usar tool retrieval (ETAGT08 — MCP)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Mostrar custo de tokens por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57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Tool Bem vs Mal Descrita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❌ Mal Descrita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"calc"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"Faz cálculo"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a: number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b: number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op: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Problemas: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Nome não descritivo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Descrição vaga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op é string livre (não enum)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exemplos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fronteiras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✅ Bem Descrita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"calculator"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"Executa +, -, *, / em dois números."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a: number (ex: 123)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b: number (ex: 456)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op: enum ["+", "-", "*", "/"]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Melhorias: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Nome descritivo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Descrição com operadores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op é enum (poka-yoke)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Exemplos nos 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Comparar tool bem vs mal descrita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57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Tool Calling na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openai import OpenAI</a:t>
            </a:r>
            <a:br/>
            <a:r>
              <a:t>import json</a:t>
            </a:r>
            <a:br/>
            <a:br/>
            <a:r>
              <a:t>client = OpenAI()</a:t>
            </a:r>
            <a:br/>
            <a:br/>
            <a:r>
              <a:t>TOOLS = [{</a:t>
            </a:r>
            <a:br/>
            <a:r>
              <a:t>    "type": "function",</a:t>
            </a:r>
            <a:br/>
            <a:r>
              <a:t>    "function": {</a:t>
            </a:r>
            <a:br/>
            <a:r>
              <a:t>        "name": "calculator",</a:t>
            </a:r>
            <a:br/>
            <a:r>
              <a:t>        "description": "Executa +, -, *, / em dois números.",</a:t>
            </a:r>
            <a:br/>
            <a:r>
              <a:t>        "parameters": {</a:t>
            </a:r>
            <a:br/>
            <a:r>
              <a:t>            "type": "object",</a:t>
            </a:r>
            <a:br/>
            <a:r>
              <a:t>            "properties": {</a:t>
            </a:r>
            <a:br/>
            <a:r>
              <a:t>                "a": {"type": "number", "description": "Primeiro número. Ex: 123"},</a:t>
            </a:r>
            <a:br/>
            <a:r>
              <a:t>                "b": {"type": "number", "description": "Segundo número. Ex: 456"},</a:t>
            </a:r>
            <a:br/>
            <a:r>
              <a:t>                "op": {"type": "string", "enum": ["+","-","*","/"],</a:t>
            </a:r>
            <a:br/>
            <a:r>
              <a:t>                        "description": "Operação"}</a:t>
            </a:r>
            <a:br/>
            <a:r>
              <a:t>            },</a:t>
            </a:r>
            <a:br/>
            <a:r>
              <a:t>            "required": ["a", "b", "op"]</a:t>
            </a:r>
            <a:br/>
            <a:r>
              <a:t>        }</a:t>
            </a:r>
            <a:br/>
            <a:r>
              <a:t>    }</a:t>
            </a:r>
            <a:br/>
            <a:r>
              <a:t>}]</a:t>
            </a:r>
            <a:br/>
            <a:br/>
            <a:r>
              <a:t>messages = [</a:t>
            </a:r>
            <a:br/>
            <a:r>
              <a:t>    {"role": "system", "content": "Você é um agente. Use tools quando necessário."},</a:t>
            </a:r>
            <a:br/>
            <a:r>
              <a:t>    {"role": "user", "content": "Quanto é 123 * 456?"}</a:t>
            </a:r>
            <a:br/>
            <a:r>
              <a:t>]</a:t>
            </a:r>
            <a:br/>
            <a:br/>
            <a:r>
              <a:t>response = client.chat.completions.create(</a:t>
            </a:r>
            <a:br/>
            <a:r>
              <a:t>    model="gpt-4o-mini", messages=messages, tools=TOOLS, tool_choice="auto"</a:t>
            </a:r>
            <a:br/>
            <a:r>
              <a:t>)</a:t>
            </a:r>
            <a:br/>
            <a:r>
              <a:t>msg = response.choices[0].message</a:t>
            </a:r>
            <a:br/>
            <a:br/>
            <a:r>
              <a:t>if msg.tool_calls:</a:t>
            </a:r>
            <a:br/>
            <a:r>
              <a:t>    for tc in msg.tool_calls:</a:t>
            </a:r>
            <a:br/>
            <a:r>
              <a:t>        args = json.loads(tc.function.arguments)</a:t>
            </a:r>
            <a:br/>
            <a:r>
              <a:t>        result = eval(f"{args['a']} {args['op']} {args['b']}")</a:t>
            </a:r>
            <a:br/>
            <a:r>
              <a:t>        print(f"Tool: {tc.function.name}({args}) = {result}")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 de tool calling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57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que acontece se o modelo passar op='×' (x multiplicação) em vez de '*'?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Como o enum ajuda aqui?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O que acontece se a=123 e b=0 e op='/'?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A tool deve tratar? Ou o modelo deve saber?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Como você adicionaria uma tool de 'potência' sem quebrar a existente?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57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ACI como Disciplina de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 Analogia: ACI :: HCI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HCI (Human-Computer Interface):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Como humanos interagem com computadores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Décadas de pesquisa: usabilidade, affordance, feedback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Investimento óbvio — todo produto digital tem UI/UX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ACI (Agent-Computer Interface):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Como agentes (LLMs) interagem com computadores (tools)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Mesmos princípios: usabilidade, affordance, feedback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Investimento NÃO óbvio — a maioria esquece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invista em ACI TANTO quanto em HCI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Se sua UI tem designer, suas tools precisam também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Estabelecer a analogia ACI :: HCI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57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Princípio 1: Ponha-se no Lugar do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Pergunta-chave: "É óbvio como usar esta tool apenas pela descrição?"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você precisa pensar muito para entender → o modelo também precisa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Teste prático: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Leia apenas o nome e a descrição da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Tente pensar: quando eu chamaria isso?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Se a resposta for 'depende' → a descrição está incompleta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Uma boa tool definition inclui: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Exemplo de uso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Edge cases conhecidos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Requisitos de formato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Fronteira com outras tools (quando usar esta vs aquela)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1 — empatia com o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57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Princípio 2: Descrições Ricas (Docstring de Júnior)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Descrição de tool = docstring para um dev júnior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Deve incluir: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 que a tool faz (não o que É, o que FAZ)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Quando usar (gatilhos)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Quando NÃO usar (fronteiras)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Formato esperado dos parâmetros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Exemplos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Edge cases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Anti-pattern: 'Faz busca' → não diz o que busca, nem quando, nem como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Boa prática: 'Busca produto por nome no catálogo. Retorna preço e estoque.'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2 — descrições ricas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57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Princípio 3: Formato Próximo ao Natural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modelo escreve melhor em formatos que vê naturalmente na web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Ruim: pedir para o modelo gerar diffs com headers de chunk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(exige contar linhas antes de escrever o código)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Bom: pedir para o modelo reescrever o arquivo inteiro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(formato natural — texto plano)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Ruim: JSON com escaping de newlines e quotes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Bom: Markdown com code blocks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se o formato tem 'overhead' (contar linhas, escaping), mude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3 — formato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57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Princípio 4: Poka-yoke (Tornar o Erro Impossível)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Poka-yoke = design que previne erros (conceito japonês de manufatura)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tools: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Enum em vez de string livre → não pode inventar valor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Paths absolutos em vez de relativos → não pode errar caminho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required fields → não pode omitir críticos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pattern regex → valida formato antes de executar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default values → reduz carga cognitiva do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SWE-bench: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Antes: aceitava paths relativos → modelo errava após mudar de diretório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Depois: exige paths absolutos → erro estruturalmente impossível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4 — poka-yoke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57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Princípio 5: Tokens para Pensar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"Give the model enough tokens to think before it writes itself into a corner"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— Anthropic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significa: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Não restrinja a resposta a poucos tokens se a tarefa é complexa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Permita que o modelo 'raciocine' antes de produzir o output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max_tokens generoso &gt; max_tokens restritivo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 prática: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 de geração de código: max_tokens=4096, não 512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 de análise: permita reasoning antes do JSON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Custo: mais tokens = mais caro, mas qualidade é melhor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5 — tokens para pensar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57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O Que Está Faltando?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Leia esta descrição de tool: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name: "send_email"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description: "Envia email"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parameters: { to: string, subject: string, body: string 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trios (3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Liste 5 coisas que estão faltando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Reescreva a descrição aplicando os 5 princípios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Quais poka-yokes você adicionaria?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57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Antes vs Depois: Refatoração ACI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❌ 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"send_email"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"Envia email"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to: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subject: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body: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Problemas: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Descrição vaga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validação de email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formato (HTML/text)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HITL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rate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✅ Depois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"send_email"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"Envia email texto ou HTML."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Use para comunicação com usuários.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NÃO use para emails em massa — use bulk_email.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to: string (pattern: email regex)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subject: string (maxLength: 200)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body: string (maxLength: 10000)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format: enum ["text", "html"]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dry_run: boolean (default: true)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Melhorias: poka-yoke em tudo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Comparar antes vs depois de refatoração ACI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57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Real: Anthropic SWE-bench — Redesign de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Contexto: coding agent para resolver issues de GitHub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Agente navegava fora do diretório raiz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Começava a usar paths relativos incorretos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Editava arquivo errado ou falhava 'não encontrado'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Tentação: ajustar o prompt ('lembre-se de usar paths absolutos')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Frágil: modelo esquece em conversas longas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mudar a TOOL para exigir paths absolutos sempre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Robusto: erro estruturalmente impossível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Resultado: 'o modelo usou a tool perfeitamente' (Schluntz)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real de redesign de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57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 Lição: Tempo em Tools &gt; Tempo no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"We spent more time optimizing our tools than the overall prompt"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— Anthropic (Building Effective Agents, Appendix 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Mudança de mentalidade: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Antes: 90% prompt, 10%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Depois: 30% prompt, 70%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Checklist mental antes de mexer no prompt: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A tool está bem descrita?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O schema tem poka-yoke?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Há exemplos na descrição?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Há fronteiras entre tools similares?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5. O erro é sistemático ou ocasional?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(Sistemático = design de tool; Ocasional = talvez prompt)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Fixar a lição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57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Engenharia de Tools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Schemas Claros: Pydantic, TypedDict,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Pydantic (Python): validação automática + serialização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TypedDict (Python): tipo estático sem runtime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Zod (TypeScript): validação com inferência de tipo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 Pydantic: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Valida args antes de executar a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Mensagens de erro estruturadas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Compatível com OpenAI function calling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class SearchProduct(BaseModel):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query: str = Field(..., min_length=1, max_length=200)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category: Literal['electronics','clothing','food'] | None = 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Schemas com Pydantic/TypedDict/Zod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57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Idempotência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Idempotência: chamar a mesma tool com os mesmos args N vezes = mesmo resultado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ONDE IMPORTA: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Cobrança (não cobrar 2x se retry)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Envio de email (não enviar 2x)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DB writes (não criar 2 registros)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Deploy (não fazer deploy 2x)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GARANTIR: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request_id (UUID) — rejeita duplicatas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Idempotency key header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Check antes de executar (já existe?)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Transactions com unique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Idempotência em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57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Timeouts, Retries, Fallbacks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Toda tool que chama serviço externo PRECISA de: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TIMEOUT — não deixe o agente esperar indefinidamente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Default: 30s para APIs, 5s para DB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Retornar como Observation: {error: 'timeout after 30s'}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RETRY — falhas transientes existem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Max 3 retries com backoff exponencial (1s, 2s, 4s)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NÃO retryar erros 4xx (são permanentes)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FALLBACK — o que fazer se tudo falha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Retornar erro estruturado para 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NÃO deixar exceção propagar (quebra o loop)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Timeouts, retries, fallbacks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57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Tipologia: Leitura / Escrita / Destrutiva / External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LEITURA (segura): search, get, list, query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Sem side effects, idempotente, sem HITL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ESCRITA (modifica estado): create, update, set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Side effect, precisa idempotência, HITL opcional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DESTRUTIVA (irreversível): delete, drop, reset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HITL OBRIGATÓRIO, dry-run antes, log de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EXTERNAL SIDE-EFFECT (mundo real): email, deploy, transfer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HITL OBRIGATÓRIO, confirmação explícita,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tipologia determina o nível de proteção necessário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Tipologia de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57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Versionamento de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mudar uma tool em produção pode quebrar agentes existentes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Versionamento explícito: search_product_v1, search_product_v2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Simples, mas polui o namespace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Versionamento semântico: search_product (v1.2.0)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Melhor, mas o modelo precisa entender versões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Compatibilidade retroativa: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Adicionar campos opcionais = OK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Remover campos = QUEBRA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Mudar tipo de campo = QUEBRA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Adicionar enum values = OK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NUNCA quebrar uma tool em produção. Sempre adicionar nova.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Versionamento de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57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1 Tool com mode vs 2 Tools Separadas?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 tool com parâmetro mode: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search(mode='product' | 'category' | 'user')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Menos tools no namespace (economiza tokens)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Modelo precisa escolher o mode correto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Schema mais complexo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 tools separadas: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search_product() + search_category() + search_user()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Cada tool tem schema simples e focado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Modelo escolhe naturalmente pela descrição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Mais tools = mais tokens de descrição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se as tools compartilham 80% do schema → 1 tool com mode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se são conceitualmente diferentes → tools separadas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1 tool com mode vs 2 separadas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57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Tools Perigosas e HITL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Matriz de Risco: Irreversível × Impactante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| Baixo impacto    | Alto impacto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----------|------------------|------------------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Reversível| search           | create_order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| get_status       | update_profile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| → Sem HITL       | → HITL opcional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----------|------------------|------------------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Irrevers. | delete_cache     | delete_account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| reset_config     | deploy, transfer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| → HITL recomend. | → HITL OBRIGAT.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Quadrante crítico: irreversível + alto impacto = HITL sempre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Exemplos: delete, deploy, transfer, email em massa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Matriz de risco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57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HITL: Confirmação, Dry-run, Simulação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CONFIRMAÇÃO EXPLÍCITA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Antes de executar: 'Confirmar envio para X? [y/n]'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Agente pausa, humano aprova, executa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DRY-RUN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Parâmetro dry_run=true: simula sem executar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Retorna o que FARIA, não faz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Exemplo: 'enviar_email(dry_run=true) → preview do email'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SIMULAÇÃO / SANDBOX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Executa em ambiente isolado (container, DB de teste)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Resultado é real mas não afeta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Só executa actions pré-aprovadas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Dinâmico: modelo propõe, humano aprova uma vez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de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57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Classifique as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tool, classifique: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(a) Tipo: leitura / escrita / destrutiva / external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(b) HITL: nenhum / opcional / obrigatório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(c) Idempotente: sim / não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search_orders(query) — busca pedidos no DB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update_order_status(id, status) — muda status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delete_user(id) — remove conta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send_invoice(email, pdf) — envia fatura por email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refund_payment(id, amount) — estorna pagamento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57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Erros Comuns e Avaliação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Os 5 Erros Mais Comuns em Design de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Paths relativos → absolutos (caso Anthropic SWE-bench)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Sintoma: agente erra caminho após mudar de diretório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Muitas tools similares → consolidar ou renomear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Sintoma: modelo confunde search_product com search_items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Descrições vagas → reescrever como docstring de júnior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Sintoma: modelo chama tool errada ou não chama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Schema frouxo → apertar com enum/patterns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Sintoma: modelo passa valores inválidos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Falta de erro tratado → propagar com mensagem útil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Sintoma: exceção quebra o loop do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Os 5 erros mais comuns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57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Erro 1: Paths Relativos → Absolutos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❌ 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"edit_file"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"Edita um arquivo"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path: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  (descrição: caminho do arquivo)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Problema: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'path' é ambíguo — relativo ou absoluto?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Modelo perde track do CWD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Após navegar, usa path relativo errado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✅ Depois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"edit_file"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"Edita arquivo."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path: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  description: "Path ABSOLUTO."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  pattern: "^/.*"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  (ex: "/src/main.py")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Solução: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Descrição diz ABSOLUTO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Regex pattern força / inicial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Exemplo na descrição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Poka-yoke: impossível usar relativo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Erro 1 — paths relativos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57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Erros 2 e 3: Tools Similares e Descrições Vagas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 2: MUITAS TOOLS SIMILARES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Sintoma: search_product vs search_item vs search_products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Solução: consolidar em search(query, type='product'|'item')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Ou: renomear para evitar confusão (get_product vs list_products)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 3: DESCRIÇÕES VAGAS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'Busca dados' — busca o quê? onde? retorna o quê?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'Busca produto por nome no catálogo. Retorna preço e estoque.'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Checklist da boa descrição: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Diz o que FAZ (não o que É)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Diz quando USAR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Diz quando NÃO USAR (fronteira)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Tem exemplo de parâmetro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Diz o que RETORNA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Erros 2 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57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Avaliando Tools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Workbench: Rodar, Observar, Iterar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Workbench = ferramenta para testar tools com N inputs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Definir conjunto de casos de teste (20+ inputs)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Rodar o agente com cada input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Observar: tool chamada corretamente? Args corretos?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Medir: taxa de uso correto, custo,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5. Identificar padrões de erro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6. Refatorar tools (aplicar ACI)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7. Re-rodar e comparar (antes vs depois)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é opcional — é como você sabe que suas tools funcionam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Workbench para avaliar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57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Métricas: Taxa de Uso, Custo, Latência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TAXA DE USO CORRETO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% de inputs onde a tool correta foi chamada com args corretos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Meta: ≥85% (referência do projeto do módulo)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CUSTO POR CHAMADA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Tokens consumidos pela descrição + args + resultado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Comparar antes vs depois da refatoração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Tempo médio de execução da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p50, p95, p99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ERROS TRATADOS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% de chamadas que retornam erro estruturado vs crash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Meta: 100% de erros tratados (0 crashes)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Métricas de avaliação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57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Erros 4 e 5: Schema Frouxo e Erro Não Tratado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 4: SCHEMA FROUXO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op: string (modelo pode passar 'multiply', 'soma', '×')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op: enum ['+', '-', '*', '/'] (só 4 valores possíveis)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email: string (qualquer texto)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email: string with pattern regex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 5: ERRO NÃO TRATADO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Exceção propaga → loop do agente quebra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try/except → retorna {error: '...', suggestion: '...'}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 modelo consome o erro e decide o que fazer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toda tool tem try/except. SEMPRE.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Erros 4 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57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Testes de Regressão para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Conjunto de testes que roda a cada mudança de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Estrutura: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20+ casos de teste cobrindo: happy path, edge cases, erros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Cada caso: input + tool esperada + args esperados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Rodar antes e depois de qualquer mudança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 de caso: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input: 'Quanto é 10 / 0?'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tool esperada: calculator(a=10, b=0, op='/')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resultado esperado: {error: 'division by zero'}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(não deve crashar — deve retornar erro estruturado)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CI/CD: rodar testes de regressão a cada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Testes de regressão para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57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 e Fechamento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Descrição rica = docstring para júnior (exemplos, edge cases)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Poka-yoke: enum, pattern, required, default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Paths absolutos (não relativos)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Formato próximo ao natural (markdown &gt; JSON com escaping)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Idempotência com request_id para ações destrutivas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try/except em TODA tool — sempre retornar erro estruturado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HITL para tools destrutivas e external side-effects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dry_run como parâmetro default true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Versionar tools sem quebrar (adicionar, não remover)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Workbench com 20+ casos antes de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max_tokens generoso (dar espaço para pensar)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Boas práticas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57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Descrição de 3 palavras ('Faz busca')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Schema sem enum/pattern (string livre para tudo)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Paths relativos sem documentar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try/except (exceção quebra o loop)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max_tokens (modelo se encurrala)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timeout (API lenta trava o agente)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50+ tools no namespace (performance cai)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Tools com nomes similares (search_product vs search_item)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HITL para ações destrutivas (delete, deploy, email)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Não testar com workbench ('acho que funciona')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Mudar schema de tool em produção sem versionar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Anti-patterns DON'T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57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Consolidado: Anthropic Tool Redesign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aconteceu: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Coding agent para SWE-bench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Agente saía do diretório raiz → paths relativos errados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Edita arquivo errado ou falha 'não encontrado'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NÃO funcionou: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Ajustar prompt ('lembre-se de usar paths absolutos')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Modelo esquecia em conversas longas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FUNCIONOU: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Mudar a tool para exigir paths absolutos (pattern: ^/.*)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Erro estruturalmente impossível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'O modelo usou a tool perfeitamente' (Schluntz)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erros sistemáticos = design de tool, não de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consolidado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57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Anti-patterns em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trios (4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Dado este schema, identifique 3 anti-patterns e reescreva: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name: "db"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description: "Faz operação no banco"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parameters: {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table: string,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action: string,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data: string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aplique enum, pattern, descrições ricas, poka-yoke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57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Tool calling = JSON Schema como contrato (não texto livre)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ACI :: HCI — invista tanto quanto investiria em UI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5 princípios ACI: empatia, descrição rica, formato natural, poka-yoke, tokens para pensar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Engenharia: schemas claros, idempotência, timeouts, tipologia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HITL obrigatório para destrutivas e external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5 erros comuns: paths, tools similares, descrições vagas, schema frouxo, erro não tratado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7. Workbench: rodar 20+ casos, medir, iterar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8. Lição SWE-bench: tempo em tools &gt; tempo no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Resumo dos 8 pontos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57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significa ACI?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Agent Communication Interface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Agent-Computer Interface (design de tools)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Automated Code Injection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Agent Control Infrastructure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57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o poka-yoke aplicado no caso do SWE-bench?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Aumentar o max_steps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Adicionar mais exemplos no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Mudar a tool para exigir paths absolutos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Usar um modelo maior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57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HITL é OBRIGATÓRIO?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Para toda tool de leitura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Apenas para tools com mais de 3 parâmetros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Para tools destrutivas e external side-effects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HITL é sempre opcional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57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fazer quando uma tool retorna erro?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Deixar a exceção propagar e quebrar o loop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Retornar erro estruturado {error: '...', suggestion: '...'}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Silenciosamente ignorar e continuar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Reiniciar 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57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a regra de ouro da Anthropic sobre tools?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Use sempre o maior modelo disponível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Invista em ACI tanto quanto em HCI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Quanto mais tools, melhor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Descrições curtas economizam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ETHAGT03 — Padrões de Workflow: como tools se compõem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ETHAGT04 — Reasoning: o Thought antes da Action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ETHAGT05 — Memória: tools de persistência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ETHAGT08 — MCP: tool use como padrão de servidor (escala)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ETHAGT12 — AgentOps: avaliando tools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ETHAGT13 — Segurança: tools como vetor de ataque (prompt injection via tool)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Leitura Recomendada e Referências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 (antes de ETHAGT03):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Anthropic, Building Effective Agents — Appendix 2 (15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OpenAI Function Calling Guide (10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Gorilla paper (arXiv:2305.15334) — escala de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ToolLLM paper (arXiv:2307.16789) — benchmark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Pydantic AI docs — padrões de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Referências completas: 20-Research/ETHAGT02-pesquisa.md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Leitura recomendada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57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ETHAGT02 — Tool Calling e Agent-Computer Interface</a:t>
            </a:r>
            <a:br/>
            <a:r>
              <a:t>Próxima aula: ETHAGT03 — Padrões de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Universidade Etho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