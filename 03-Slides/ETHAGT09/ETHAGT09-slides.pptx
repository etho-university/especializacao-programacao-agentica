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Esta aula transforma '1 agente' em 'N agentes'. Hoje dominamos comunicação e coordenação — de troca direta a blackboard e actor model.</a:t>
            </a:r>
          </a:p>
          <a:p>
            <a:r>
              <a:t>💡 Analogia: música solo vs orquestra. Solo precisa tocar bem; orquestra precisa partitura (protocolo), regente (orquestrador), escuta mútua (coordenação).</a:t>
            </a:r>
          </a:p>
          <a:p>
            <a:r>
              <a:t>❓ 'Quantos já trabalharam com mais de 1 agente?'</a:t>
            </a:r>
          </a:p>
          <a:p>
            <a:r>
              <a:t>⚠️ Multi-agente não é 'LangGraph com vários nodes'. É um campo com padrões próprios.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'distinguir', 'implementar', 'aplicar', 'escolher'. O #6 é o mais importante.</a:t>
            </a:r>
          </a:p>
          <a:p>
            <a:r>
              <a:t>💡 Analogia: caixa de ferramentas. Você pode saber usar martelo e chave de fenda, mas se usa martelo no parafuso, falha.</a:t>
            </a:r>
          </a:p>
          <a:p>
            <a:r>
              <a:t>❓ 'Qual objetivo é mais desafiador?' (geralmente #4 ou #5)</a:t>
            </a:r>
          </a:p>
          <a:p>
            <a:r>
              <a:t>⚠️ A2A não é chamada de API — é entre agentes autônomos.</a:t>
            </a:r>
          </a:p>
          <a:p>
            <a:r>
              <a:t>➡️ Onde estamos no Framework Etho.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Este módulo leva C1 ao Avançado e C2 ao Intermediário. Você consolida programação agêntica e sobe em multi-agent.</a:t>
            </a:r>
          </a:p>
          <a:p>
            <a:r>
              <a:t>💡 Analogia: faixa preta em um martial art (C1) e faixa azul em outro (C2).</a:t>
            </a:r>
          </a:p>
          <a:p>
            <a:r>
              <a:t>⚠️ 'Avançado' não é 'sabe tudo' — é 'decide arquitetura e lida com edge cases'.</a:t>
            </a:r>
          </a:p>
          <a:p>
            <a:r>
              <a:t>➡️ Estrutura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Bloco 1: fundamentos de comunicação, padrões, blackboard. Bloco 2: actor model, negociação, protocolos.</a:t>
            </a:r>
          </a:p>
          <a:p>
            <a:r>
              <a:t>💡 Analogia: entrada, prato principal, sobremesa, café.</a:t>
            </a:r>
          </a:p>
          <a:p>
            <a:r>
              <a:t>⚠️ Avise que o Slide 5 define o tom da aula.</a:t>
            </a:r>
          </a:p>
          <a:p>
            <a:r>
              <a:t>➡️ Por que coordenação é tão difícil?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protocolo, mensagens se perdem, estado diverge. Inteligência individual não garante coordenação.</a:t>
            </a:r>
          </a:p>
          <a:p>
            <a:r>
              <a:t>💡 Analogia: duas pessoas inteligentes cozinhando sem combinar quem faz o quê. Ambas sabem cozinhar, mas sem divisão, nada funciona.</a:t>
            </a:r>
          </a:p>
          <a:p>
            <a:r>
              <a:t>❓ 'Quantos agentes antes do caos?' (3+ começa a ficar difícil)</a:t>
            </a:r>
          </a:p>
          <a:p>
            <a:r>
              <a:t>⚠️ 'LLMs são inteligentes, se coordenam naturalmente' — FALSO. Sem protocolo, loop, ignoram mensagens, agem sobre estado desatualizado.</a:t>
            </a:r>
          </a:p>
          <a:p>
            <a:r>
              <a:t>➡️ Por que só agora temos soluções viáveis?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Multi-agent existe desde os anos 80 (HEARSAY-II, FIPA-ACL). O que mudou: LLMs bons em reasoning, frameworks reproduzíveis, custo viável.</a:t>
            </a:r>
          </a:p>
          <a:p>
            <a:r>
              <a:t>💡 Analogia: TCP/IP padronizou redes e explodiu a internet. MCP + A2A são o TCP/IP dos agentes.</a:t>
            </a:r>
          </a:p>
          <a:p>
            <a:r>
              <a:t>❓ 'Qual fator foi o gatilho mais recente?' (Padronização — A2A é 2024)</a:t>
            </a:r>
          </a:p>
          <a:p>
            <a:r>
              <a:t>⚠️ Multi-agent não é 'moda nova' — conceito é antigo; LLM tornou viável.</a:t>
            </a:r>
          </a:p>
          <a:p>
            <a:r>
              <a:t>➡️ Vamos ao espectro A2A.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de fundamentos. Como agentes se comunicam? Topologias? Como estruturar mensagens? O que pode dar errado?</a:t>
            </a:r>
          </a:p>
          <a:p>
            <a:r>
              <a:t>➡️ Síncrono vs assíncrono.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Síncrono = chamada telefônica (A pergunta, B responde, A bloqueado). Assíncrono = e-mail (A publica, B reage quando puder).</a:t>
            </a:r>
          </a:p>
          <a:p>
            <a:r>
              <a:t>❓ 'Pesquisa + escrita: qual modelo?' (Assíncrono)</a:t>
            </a:r>
          </a:p>
          <a:p>
            <a:r>
              <a:t>⚠️ Síncrono para tudo cria gargalos com N agentes.</a:t>
            </a:r>
          </a:p>
          <a:p>
            <a:r>
              <a:t>➡️ 3 topologias canônicas.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Broadcast = 1-para-todos (todos precisam saber). P2P = 1-para-1 (negociação). Pub/Sub = N-para-M via tópicos.</a:t>
            </a:r>
          </a:p>
          <a:p>
            <a:r>
              <a:t>💡 Analogia: Broadcast = outdoors; P2P = telefonema; Pub/Sub = revista por assinatura.</a:t>
            </a:r>
          </a:p>
          <a:p>
            <a:r>
              <a:t>❓ '10 agentes debatendo?' (Pub/Sub por tópicos ou blackboard. Broadcast satura; P2P fica O(100).)</a:t>
            </a:r>
          </a:p>
          <a:p>
            <a:r>
              <a:t>⚠️ Broadcast 'simples' satura contexto com N grande.</a:t>
            </a:r>
          </a:p>
          <a:p>
            <a:r>
              <a:t>➡️ Mensagens precisam de estrutura.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Mensagens A2A não são texto livre — são estruturadas. Campos obrigatórios: sender, receiver, message_type, payload, timestamp, version.</a:t>
            </a:r>
          </a:p>
          <a:p>
            <a:r>
              <a:t>💡 Analogia: envelope de correio. Sem destinatário/remetente/CEP, a carta se perde.</a:t>
            </a:r>
          </a:p>
          <a:p>
            <a:r>
              <a:t>❓ 'Dois agentes sem concordar no schema?' (Parsing error ou interpretação errada silenciosa)</a:t>
            </a:r>
          </a:p>
          <a:p>
            <a:r>
              <a:t>⚠️ 'LLM entende' — sim, mas o CÓDIGO que processa não. Schema é para o código.</a:t>
            </a:r>
          </a:p>
          <a:p>
            <a:r>
              <a:t>➡️ Schemas evoluem — versionamento.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versionamento, mudança quebra o outro silenciosamente. Adicionar campos é backward-compatible; remover não é.</a:t>
            </a:r>
          </a:p>
          <a:p>
            <a:r>
              <a:t>💡 Analogia: formulário v1 (nome, email); v2 adiciona telefone. v1 ignora telefone — não quebra. Mas se v2 remove email, v1 quebra.</a:t>
            </a:r>
          </a:p>
          <a:p>
            <a:r>
              <a:t>⚠️ 'São só 2 agentes' — mas agentes evoluem. Sempre versione.</a:t>
            </a:r>
          </a:p>
          <a:p>
            <a:r>
              <a:t>➡️ Mesmo com schema, mensagens falham.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Comunicação não é confiável por padrão. Perdida = carta extraviada. Duplicada = convite enviado 2x, convidado aparece 2x.</a:t>
            </a:r>
          </a:p>
          <a:p>
            <a:r>
              <a:t>💡 ACK = confirmação de leitura. Idempotência = 'já recebi, ignorando'.</a:t>
            </a:r>
          </a:p>
          <a:p>
            <a:r>
              <a:t>⚠️ Sem idempotência, cada retry duplica a ação. Em produção, retries são inevitáveis.</a:t>
            </a:r>
          </a:p>
          <a:p>
            <a:r>
              <a:t>➡️ Outro erro: fora de ordem.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Mensagens podem chegar fora de ordem (rotas, latência). Em LLM agents, ver resposta antes da pergunta = alucinação.</a:t>
            </a:r>
          </a:p>
          <a:p>
            <a:r>
              <a:t>💡 Analogia: receber páginas do livro fora de ordem — lê o final antes do início.</a:t>
            </a:r>
          </a:p>
          <a:p>
            <a:r>
              <a:t>⚠️ TCP garante ordem dentro de uma conexão, mas A2A pode usar múltiplas. Não assuma ordem global.</a:t>
            </a:r>
          </a:p>
          <a:p>
            <a:r>
              <a:t>➡️ Garantias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At-most-once = jogar panfleto (pode cair). At-least-once = carta registrada (chega, pode chegar 2x). Exactly-once = transferência bancária (chega 1x com confirmação dupla).</a:t>
            </a:r>
          </a:p>
          <a:p>
            <a:r>
              <a:t>❓ 'Transferência bancária?' (Exactly-once, ou at-least-once + idempotência)</a:t>
            </a:r>
          </a:p>
          <a:p>
            <a:r>
              <a:t>⚠️ Exactly-once requer consenso (2PC, Paxos/Raft). Na prática, at-least-once + idempotência é mais viável.</a:t>
            </a:r>
          </a:p>
          <a:p>
            <a:r>
              <a:t>➡️ Exercício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Votação rápida para internalizar.</a:t>
            </a:r>
          </a:p>
          <a:p>
            <a:r>
              <a:t>💡 Analogia: bicicleta (at-most-once), ônibus (at-least-once), Uber (exactly-once).</a:t>
            </a:r>
          </a:p>
          <a:p>
            <a:r>
              <a:t>⚠️ 'Exactly-once para tudo' é caro. Avalie custo real de perder/duplicar.</a:t>
            </a:r>
          </a:p>
          <a:p>
            <a:r>
              <a:t>➡️ Padrões de conversação.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Como agentes conversam? 3 padrões canônicos: CAMEL, AutoGen, Swarm.</a:t>
            </a:r>
          </a:p>
          <a:p>
            <a:r>
              <a:t>➡️ Visão geral dos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CAMEL = entrevista (2 pessoas alternando). AutoGen = reunião de equipe (N, alguém modera). Swarm = transferência de chamada.</a:t>
            </a:r>
          </a:p>
          <a:p>
            <a:r>
              <a:t>⚠️ 'Group chat = todos falam ao mesmo tempo' — FALSO. Manager sequencia quem fala.</a:t>
            </a:r>
          </a:p>
          <a:p>
            <a:r>
              <a:t>➡️ Aprofundar CAMEL.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CAMEL = 2 agentes em turnos. Inovação: inception prompting mantém papéis. Sem isso, agentes 'saem do personagem'.</a:t>
            </a:r>
          </a:p>
          <a:p>
            <a:r>
              <a:t>💡 Analogia: brainstorm entre copywriter e designer. Cada um traz uma perspectiva, alternam e refinam.</a:t>
            </a:r>
          </a:p>
          <a:p>
            <a:r>
              <a:t>⚠️ 'CAMEL é só 2 nodes no LangGraph' — a chave é o inception prompting.</a:t>
            </a:r>
          </a:p>
          <a:p>
            <a:r>
              <a:t>➡️ Trace real de CAMEL.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Vejam o trace. Usuário guia com perguntas; assistente executa. Vai-e-vem = refinamento iterativo.</a:t>
            </a:r>
          </a:p>
          <a:p>
            <a:r>
              <a:t>💡 Analogia: editor e escritor. Editor guia, escritor executa.</a:t>
            </a:r>
          </a:p>
          <a:p>
            <a:r>
              <a:t>❓ 'Se o usuário começar a escrever o artigo?' (Quebra o role-playing. Inception prompt impede.)</a:t>
            </a:r>
          </a:p>
          <a:p>
            <a:r>
              <a:t>⚠️ Sem inception prompting, agentes colapsam em 'ambos fazem tudo'.</a:t>
            </a:r>
          </a:p>
          <a:p>
            <a:r>
              <a:t>➡️ Escalar para N: group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GroupChat escala para N. Manager no centro decide quem fala — evita caos de 'todos falando'.</a:t>
            </a:r>
          </a:p>
          <a:p>
            <a:r>
              <a:t>💡 Analogia: reunião com facilitador. Facilitador (manager) decide quem fala, não contribui com conteúdo.</a:t>
            </a:r>
          </a:p>
          <a:p>
            <a:r>
              <a:t>⚠️ Manager decide QUEM fala, não O QUÊ. Conteúdo vem dos especialistas.</a:t>
            </a:r>
          </a:p>
          <a:p>
            <a:r>
              <a:t>➡️ Como o manager decide? Estratégias.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Round-robin = rodízio de fala. Selector = professor aponta quem responde. Dynamic = assembleia (quem quer, fala).</a:t>
            </a:r>
          </a:p>
          <a:p>
            <a:r>
              <a:t>❓ '5 especialistas debatendo diagnóstico?' (Selector — ordem imprevisível)</a:t>
            </a:r>
          </a:p>
          <a:p>
            <a:r>
              <a:t>⚠️ Round-robin ignora contexto — pode forçar agente irrelevante a falar.</a:t>
            </a:r>
          </a:p>
          <a:p>
            <a:r>
              <a:t>➡️ Terceiro padrão: handoff (Swarm).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Handoff é TRANSFERÊNCIA, não conversa. Triager transfere para especialista e SAI. Sem manager.</a:t>
            </a:r>
          </a:p>
          <a:p>
            <a:r>
              <a:t>💡 Analogia: plantão médico. Generalista atende, transfere para cardiologista, e sai.</a:t>
            </a:r>
          </a:p>
          <a:p>
            <a:r>
              <a:t>⚠️ Confusão #1: handoff ≠ 'chamar para ajudar'. Handoff = agente original SAI. Se continua, é delegação.</a:t>
            </a:r>
          </a:p>
          <a:p>
            <a:r>
              <a:t>➡️ Vamos esclarecer handoff vs delegação.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Handoff = 'transfere para vendas' (você sai). Delegação = 'consulto meu supervisor' (você fica, espera, volta).</a:t>
            </a:r>
          </a:p>
          <a:p>
            <a:r>
              <a:t>❓ 'Suporte ao cliente?' (Depende do SLA. Handoff = simples; delegação = monitora e escala.)</a:t>
            </a:r>
          </a:p>
          <a:p>
            <a:r>
              <a:t>⚠️ Usar handoff quando precisa de delegação perde contexto.</a:t>
            </a:r>
          </a:p>
          <a:p>
            <a:r>
              <a:t>➡️ MetaGPT: comunicação estruturada via SOPs.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MetaGPT usa SOPs (Standard Operating Procedures). Comunicação NÃO é chat — é passagem de artefatos estruturados.</a:t>
            </a:r>
          </a:p>
          <a:p>
            <a:r>
              <a:t>💡 Analogia: fábrica. Cada estação recebe insumo, processa, entrega produto. Sem improviso.</a:t>
            </a:r>
          </a:p>
          <a:p>
            <a:r>
              <a:t>⚠️ 'Chat livre é mais flexível' — MetaGPT prova o oposto. Estrutura &gt; improvisação.</a:t>
            </a:r>
          </a:p>
          <a:p>
            <a:r>
              <a:t>➡️ Quando cada padrão brilha.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padrão tem ponto forte. Two-agent para 2 perspectivas. Group chat para N especialistas. Handoff para roteamento. MetaGPT para workflow estruturado.</a:t>
            </a:r>
          </a:p>
          <a:p>
            <a:r>
              <a:t>💡 Analogia: escolher formato de reunião. 1:1 (CAMEL), brainstorm (group chat), plantão (handoff), montagem (MetaGPT).</a:t>
            </a:r>
          </a:p>
          <a:p>
            <a:r>
              <a:t>⚠️ Group chat para tudo explode em contexto e custo. Considere handoff/blackboard.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Votação para internalizar critérios.</a:t>
            </a:r>
          </a:p>
          <a:p>
            <a:r>
              <a:t>⚠️ Usar group chat para triager (cenário 3) é overkill. Handoff é mais simples.</a:t>
            </a:r>
          </a:p>
          <a:p>
            <a:r>
              <a:t>➡️ Blackboard: alternativa à comunicação 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Comunicação indireta via espaço compartilhado.</a:t>
            </a:r>
          </a:p>
          <a:p>
            <a:r>
              <a:t>➡️ O que é blackboard?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Blackboard = espaço compartilhado. Agentes escrevem e leem, não falam diretamente. Desacoplamento total.</a:t>
            </a:r>
          </a:p>
          <a:p>
            <a:r>
              <a:t>💡 Analogia: lousa em sala de pesquisa. Cada pesquisador passa, lê, adiciona contribuição. Ninguém fala diretamente — a lousa coordena.</a:t>
            </a:r>
          </a:p>
          <a:p>
            <a:r>
              <a:t>⚠️ Blackboard ≠ banco de dados. BD armazena dados; blackboard coordena agentes.</a:t>
            </a:r>
          </a:p>
          <a:p>
            <a:r>
              <a:t>➡️ Diagrama do blackboard.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Pesquisador escreve facts; Analista lê, escreve hypotheses; Redator lê facts+hypotheses, escreve partial result. Tudo via blackboard.</a:t>
            </a:r>
          </a:p>
          <a:p>
            <a:r>
              <a:t>💡 Analogia: Google Doc compartilhado. Múltiplas pessoas editam, cada uma na sua seção.</a:t>
            </a:r>
          </a:p>
          <a:p>
            <a:r>
              <a:t>❓ 'Analista sabe quando algo mudou?' (Lê periodicamente ou assina eventos de escrita.)</a:t>
            </a:r>
          </a:p>
          <a:p>
            <a:r>
              <a:t>⚠️ Sem mecanismo de notificação, agentes não sabem quando ler.</a:t>
            </a:r>
          </a:p>
          <a:p>
            <a:r>
              <a:t>➡️ Quando blackboard é a escolha certa.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Blackboard brilha com problema dinâmico, múltiplos especialistas, contribuição incremental.</a:t>
            </a:r>
          </a:p>
          <a:p>
            <a:r>
              <a:t>💡 Analogia: investigação policial no quadro. Detetive adiciona pista, perito adiciona análise, testemunha relata. Solução emerge no quadro.</a:t>
            </a:r>
          </a:p>
          <a:p>
            <a:r>
              <a:t>❓ 'Quando preferível a mensagens diretas?' (N grande, contribuições independentes, estado dinâmico.)</a:t>
            </a:r>
          </a:p>
          <a:p>
            <a:r>
              <a:t>⚠️ Blackboard para 2 agentes é overkill. Mensagens diretas são mais simples.</a:t>
            </a:r>
          </a:p>
          <a:p>
            <a:r>
              <a:t>➡️ Trade-off sistemático.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Blackboard O(N) conexões; mensagens diretas O(N²). Com N=10, blackboard=10, diretas=45.</a:t>
            </a:r>
          </a:p>
          <a:p>
            <a:r>
              <a:t>💡 Analogia: blackboard = fórum online; mensagens = email individual.</a:t>
            </a:r>
          </a:p>
          <a:p>
            <a:r>
              <a:t>⚠️ Blackboard adiciona complexidade (locking, consistência). Para 2 agentes com ordem, diretas são melhores.</a:t>
            </a:r>
          </a:p>
          <a:p>
            <a:r>
              <a:t>➡️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memória: dict/list compartilhado (rápido, volátil). Persistente: Postgres/Redis (resiliente, distribuído). Locking para concorrência.</a:t>
            </a:r>
          </a:p>
          <a:p>
            <a:r>
              <a:t>💡 Analogia: em memória = rascunho em papel (perde se cair); persistente = Google Drive (sobrevive).</a:t>
            </a:r>
          </a:p>
          <a:p>
            <a:r>
              <a:t>⚠️ Sem locking, 2 agentes escrevendo simultaneamente = race condition.</a:t>
            </a:r>
          </a:p>
          <a:p>
            <a:r>
              <a:t>➡️ Exercício em duplas.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Duplas discutem 2 min.</a:t>
            </a:r>
          </a:p>
          <a:p>
            <a:r>
              <a:t>⚠️ Mensagens diretas para 5 agentes = O(10) conexões. Blackboard é mais simples.</a:t>
            </a:r>
          </a:p>
          <a:p>
            <a:r>
              <a:t>➡️ Actor model: paradigma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Paradigma de concorrência inventado em 1973 por Carl Hewitt. Relevante para LLM agents.</a:t>
            </a:r>
          </a:p>
          <a:p>
            <a:r>
              <a:t>➡️ O que é?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Ator = entidade com estado privado. Comunicação só por mensagem. Mailbox = fila. Uma mensagem por vez = sem locks.</a:t>
            </a:r>
          </a:p>
          <a:p>
            <a:r>
              <a:t>💡 Analogia: funcionários com mesa e caixa de entrada. Não mexem na mesa dos outros — só trocam memorandos.</a:t>
            </a:r>
          </a:p>
          <a:p>
            <a:r>
              <a:t>❓ 'Sem locks, como evitar conflito?' (Não há estado compartilhado. Cada ator isolado.)</a:t>
            </a:r>
          </a:p>
          <a:p>
            <a:r>
              <a:t>⚠️ Actor ≠ thread. Threads compartilham (locks). Atores não (sem locks).</a:t>
            </a:r>
          </a:p>
          <a:p>
            <a:r>
              <a:t>➡️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envia para mailbox do B. B processa quando puder (assíncrono). Estado do B é inacessível ao A.</a:t>
            </a:r>
          </a:p>
          <a:p>
            <a:r>
              <a:t>💡 Analogia: correio. Você não entra na casa do destinatário — manda carta.</a:t>
            </a:r>
          </a:p>
          <a:p>
            <a:r>
              <a:t>❓ 'A precisa de info do estado do B?' (Envia mensagem pedindo. B responde. Não acessa diretamente.)</a:t>
            </a:r>
          </a:p>
          <a:p>
            <a:r>
              <a:t>⚠️ Expor estado como atributo público quebra encapsulamento.</a:t>
            </a:r>
          </a:p>
          <a:p>
            <a:r>
              <a:t>➡️ Princípios (continua no bloco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Encapsulamento = estado privado. Isolamento = crash não propaga. 'Share nothing'.</a:t>
            </a:r>
          </a:p>
          <a:p>
            <a:r>
              <a:t>💡 Analogia: apartamentos. Cada morador tem espaço privado. Incêndio no vizinho não afeta você.</a:t>
            </a:r>
          </a:p>
          <a:p>
            <a:r>
              <a:t>❓ 'Qual mais seguro para dados críticos?' (Actor — estado encapsulado, sem race conditions.)</a:t>
            </a:r>
          </a:p>
          <a:p>
            <a:r>
              <a:t>⚠️ Expor estado 'para facilitar' reintroduz race conditions.</a:t>
            </a:r>
          </a:p>
          <a:p>
            <a:r>
              <a:t>➡️ Concorrência sem 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Shared state: threads brigam por lock (deadlocks). Actor: cada um processa em paz.</a:t>
            </a:r>
          </a:p>
          <a:p>
            <a:r>
              <a:t>💡 Analogia: mesa compartilhada (brigam pela caneta) vs cada um com sua caneta (trocam recados).</a:t>
            </a:r>
          </a:p>
          <a:p>
            <a:r>
              <a:t>Regra: 'Don't communicate by sharing memory; share memory by communicating.'</a:t>
            </a:r>
          </a:p>
          <a:p>
            <a:r>
              <a:t>❓ 'Custo do actor model?' (Overhead de serialização, mas compensa em alta concorrência.)</a:t>
            </a:r>
          </a:p>
          <a:p>
            <a:r>
              <a:t>➡️ Localização transparente.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Local e remoto têm mesma interface. Framework roteia. Pode mover atores entre servidores sem mudar código.</a:t>
            </a:r>
          </a:p>
          <a:p>
            <a:r>
              <a:t>💡 Analogia: ligar para colega — não sabe (nem precisa) se está no escritório ou em casa.</a:t>
            </a:r>
          </a:p>
          <a:p>
            <a:r>
              <a:t>❓ 'Muda deployment?' (Escala horizontal sem mudar código.)</a:t>
            </a:r>
          </a:p>
          <a:p>
            <a:r>
              <a:t>⚠️ 'Local e remoto precisam de código diferente' — não. Interface é a mesma.</a:t>
            </a:r>
          </a:p>
          <a:p>
            <a:r>
              <a:t>➡️ Implementações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Erlang = blind-car (tolerante a falha). Akka = SUV enterprise. asyncio = econômico (você adiciona acessórios).</a:t>
            </a:r>
          </a:p>
          <a:p>
            <a:r>
              <a:t>⚠️ Não reinvente: use asyncio + framework (LangGraph/AutoGen). Supervisão, mailbox, roteamento já prontos.</a:t>
            </a:r>
          </a:p>
          <a:p>
            <a:r>
              <a:t>➡️ Aplicação a agentes distribuídos.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 = ator: mailbox, estado privado (memória), 1 msg por vez. Tools viram atores especializados.</a:t>
            </a:r>
          </a:p>
          <a:p>
            <a:r>
              <a:t>💡 Analogia: equipe remota. Cada um em casa (nó), computador próprio (estado), coordena por Slack (mensagens).</a:t>
            </a:r>
          </a:p>
          <a:p>
            <a:r>
              <a:t>⚠️ Todos em um processo perde vantagem de distribuição. Use localização transparente.</a:t>
            </a:r>
          </a:p>
          <a:p>
            <a:r>
              <a:t>➡️ Comparação sistemática.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Híbrido: ator gerencia blackboard. Combina isolamento do actor com compartilhamento do blackboard.</a:t>
            </a:r>
          </a:p>
          <a:p>
            <a:r>
              <a:t>💡 Analogia: cozinha compartilhada (locks) vs cozinha própria (actor) vs chef central (blackboard-ator).</a:t>
            </a:r>
          </a:p>
          <a:p>
            <a:r>
              <a:t>❓ V/F 'Actor model é mais lento que shared-state.' (FALSO — alta concorrência escala melhor sem locks.)</a:t>
            </a:r>
          </a:p>
          <a:p>
            <a:r>
              <a:t>➡️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Mesma tarefa, 2 arquiteturas. Group chat gera mais mensagens; blackboard pode paralelizar.</a:t>
            </a:r>
          </a:p>
          <a:p>
            <a:r>
              <a:t>⚠️ Se API falhar, screenshots dos traces. A lição (comparar arquiteturas) &gt; código rodando.</a:t>
            </a:r>
          </a:p>
          <a:p>
            <a:r>
              <a:t>➡️ Discussão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Blackboard tipicamente mais fácil de debugar (estado central) e estender (novo agente só lê/escreve). Group chat exige rastrear sequência e registrar no manager.</a:t>
            </a:r>
          </a:p>
          <a:p>
            <a:r>
              <a:t>➡️ Negociação e conflito.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Agentes têm objetivos próprios que podem conflitar. Negociação é o tópico do projeto.</a:t>
            </a:r>
          </a:p>
          <a:p>
            <a:r>
              <a:t>➡️ Por que negociar?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negociação, impasse ou força bruta. Com negociação, convergência.</a:t>
            </a:r>
          </a:p>
          <a:p>
            <a:r>
              <a:t>💡 Analogia: negociação de salário. Candidato quer mais; empresa quer menos. Sem negociação, não há contratação.</a:t>
            </a:r>
          </a:p>
          <a:p>
            <a:r>
              <a:t>❓ 'Objetivos parcialmente conflitantes?' (Tensão. Sem protocolo, impasse. Com negociação, convergência.)</a:t>
            </a:r>
          </a:p>
          <a:p>
            <a:r>
              <a:t>⚠️ 'Agentes colaboram naturalmente' — não quando representam interesses diferentes.</a:t>
            </a:r>
          </a:p>
          <a:p>
            <a:r>
              <a:t>➡️ Padrão bargaining.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Bargaining = proposta/contraproposta até acordo. Sem estratégia de cessão, loop infinito.</a:t>
            </a:r>
          </a:p>
          <a:p>
            <a:r>
              <a:t>💡 Analogia: regatear no mercado. Vendedor pede 200, você oferece 100, convergem em 150.</a:t>
            </a:r>
          </a:p>
          <a:p>
            <a:r>
              <a:t>⚠️ Sem estratégia de cessão, deadlock garantido. Defina como cada parte cede.</a:t>
            </a:r>
          </a:p>
          <a:p>
            <a:r>
              <a:t>➡️ Padrão auction.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English = leilão de arte. Dutch = florada holandesa. Vickrey = leilão selado, paga 2º preço (incentiva lance honesto).</a:t>
            </a:r>
          </a:p>
          <a:p>
            <a:r>
              <a:t>💡 Vickrey é poderoso: você sempre dá valor verdadeiro, porque paga o segundo preço.</a:t>
            </a:r>
          </a:p>
          <a:p>
            <a:r>
              <a:t>⚠️ Vickrey pouco conhecido, mas valioso para agentes (incentiva honestidade).</a:t>
            </a:r>
          </a:p>
          <a:p>
            <a:r>
              <a:t>➡️ Diagrama de negociação.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Fallback (timeout/mediator) é crítico. Sem ele, loop infinito. Os 20% que não convergem devem cair no fallback.</a:t>
            </a:r>
          </a:p>
          <a:p>
            <a:r>
              <a:t>💡 Analogia: negociação com prazo. Se não fechar até sexta, contrato expira. Prazo força convergência.</a:t>
            </a:r>
          </a:p>
          <a:p>
            <a:r>
              <a:t>❓ 'Vendedor nunca aceita &lt;140, comprador nunca oferece &gt;130?' (Sem zona de acordo. Timeout/mediator.)</a:t>
            </a:r>
          </a:p>
          <a:p>
            <a:r>
              <a:t>⚠️ Sem max_rounds, agentes negociam indefinidamente.</a:t>
            </a:r>
          </a:p>
          <a:p>
            <a:r>
              <a:t>➡️ Resolução de conflito.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Voting = eleição (maioria vence, pode errar). Mediator = terapia de casal (profissional facilita).</a:t>
            </a:r>
          </a:p>
          <a:p>
            <a:r>
              <a:t>❓ '3 especialistas com diagnóstico divergente?' (Mediator — stakes altos. Voting pode errar 2-1.)</a:t>
            </a:r>
          </a:p>
          <a:p>
            <a:r>
              <a:t>⚠️ Voting simples para decisões críticas pode errar. Mediator ou humano no loop.</a:t>
            </a:r>
          </a:p>
          <a:p>
            <a:r>
              <a:t>➡️ Deadlock.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Deadlock = 2 carros em rua estreita, nenhum recua. Sem deadline (max_rounds) ou policial (mediator), ficam para sempre.</a:t>
            </a:r>
          </a:p>
          <a:p>
            <a:r>
              <a:t>⚠️ Sem max_rounds no projeto, deadlock garantido em divergência total.</a:t>
            </a:r>
          </a:p>
          <a:p>
            <a:r>
              <a:t>➡️ Exemplo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Sempre dá para melhorar qualidade — agente nunca aceita sem limite. Solução: threshold mínimo + tempo máximo. Interseção = zona de acordo.</a:t>
            </a:r>
          </a:p>
          <a:p>
            <a:r>
              <a:t>💡 Analogia: escolher restaurante. Você quer barato/rápido; amigo quer chique/elaborado. Negociam meio-termo.</a:t>
            </a:r>
          </a:p>
          <a:p>
            <a:r>
              <a:t>❓ 'Como evitar que qualidade nunca aceite?' (Threshold mínimo + tempo máximo. Sem limites, qualidade sempre melhora.)</a:t>
            </a:r>
          </a:p>
          <a:p>
            <a:r>
              <a:t>➡️ Protocolos emergentes.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Padrões que estão padronizando A2A: A2A Protocol do Google e relação com MCP.</a:t>
            </a:r>
          </a:p>
          <a:p>
            <a:r>
              <a:t>➡️ A2A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A2A = interoperabilidade. Agent Card diz capacidades. Tasks são trabalho delegável.</a:t>
            </a:r>
          </a:p>
          <a:p>
            <a:r>
              <a:t>💡 Analogia: Agent Card = cartão de visitas digital. Tasks = ordem de serviço.</a:t>
            </a:r>
          </a:p>
          <a:p>
            <a:r>
              <a:t>⚠️ Confundir A2A com MCP. A2A = agent↔agent. MCP = agent↔system.</a:t>
            </a:r>
          </a:p>
          <a:p>
            <a:r>
              <a:t>➡️ Como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Fluxo: descobre Agent Card → envia Task → B processa → status + resultado. SSE para updates em tempo real.</a:t>
            </a:r>
          </a:p>
          <a:p>
            <a:r>
              <a:t>💡 Analogia: contratar freelancer. Vê perfil (Agent Card), envia brief (Task), ele entrega com updates (SSE).</a:t>
            </a:r>
          </a:p>
          <a:p>
            <a:r>
              <a:t>⚠️ 'A2A é novo e complicado' — é HTTP + JSON. Inovação é padronização, não tecnologia.</a:t>
            </a:r>
          </a:p>
          <a:p>
            <a:r>
              <a:t>➡️ A pergunta: A2A vs MCP?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= agent↔system (ferramentas). A2A = agent↔agent (agentes). COMPLEMENTARES, não competidores.</a:t>
            </a:r>
          </a:p>
          <a:p>
            <a:r>
              <a:t>💡 Analogia: MCP = como você usa ferramentas (martelo). A2A = como fala com colega. Precisa dos dois.</a:t>
            </a:r>
          </a:p>
          <a:p>
            <a:r>
              <a:t>❓ 'Complementares ou competidores?' (Complementares.)</a:t>
            </a:r>
          </a:p>
          <a:p>
            <a:r>
              <a:t>⚠️ 'Preciso escolher' — não, use ambos.</a:t>
            </a:r>
          </a:p>
          <a:p>
            <a:r>
              <a:t>➡️ Padrões de orquestração.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Centralizada = ditador (controle total, gargalo). Descentralizada = assembleia (flexível). Hierárquica = corporação (escala). Market = leilão (eficiente).</a:t>
            </a:r>
          </a:p>
          <a:p>
            <a:r>
              <a:t>⚠️ Centralizada não escala — supervisor vira gargalo.</a:t>
            </a:r>
          </a:p>
          <a:p>
            <a:r>
              <a:t>➡️ Contexto histórico: FIPA.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FIPA já tinha performatives nos anos 90. LLM agents fazem o mesmo, mas sem saber que já tem nome.</a:t>
            </a:r>
          </a:p>
          <a:p>
            <a:r>
              <a:t>💡 Analogia: redescobrir a roda. FIPA já tinha 'request' e 'inform'. Aprender com o passado economiza tempo.</a:t>
            </a:r>
          </a:p>
          <a:p>
            <a:r>
              <a:t>⚠️ 'LLM agents inventaram multi-agent' — não. FIPA, HEARSAY-II, KQML já existiam. LLM tornou viável.</a:t>
            </a:r>
          </a:p>
          <a:p>
            <a:r>
              <a:t>➡️ Estado da padronização.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maduro. A2A emergente. FIPA sub-adotado. Fragmentação atual. Tendência: MCP + A2A complementares.</a:t>
            </a:r>
          </a:p>
          <a:p>
            <a:r>
              <a:t>💡 Analogia: formatos de vídeo nos anos 2000 (VHS vs Betamax). Fragmentação até convergir.</a:t>
            </a:r>
          </a:p>
          <a:p>
            <a:r>
              <a:t>⚠️ Adotar protocolo cegamente = risco. Avalie maturidade, adoção, direção.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Consolidação: o que fazer e o que não fazer.</a:t>
            </a:r>
          </a:p>
          <a:p>
            <a:r>
              <a:t>➡️ Boas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boas práticas. 2 agentes antes de N. Schemas desde dia 1. Blackboard para N grande. max_rounds. Logs sempre. Atores isolados. Handoff documentado.</a:t>
            </a:r>
          </a:p>
          <a:p>
            <a:r>
              <a:t>💡 Analogia: boas práticas de trânsito. Comece devagar, use cinto, siga padrões, tenha freio.</a:t>
            </a:r>
          </a:p>
          <a:p>
            <a:r>
              <a:t>⚠️ Pular versionamento 'para ir mais rápido' dói quando schema muda.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anti-patterns. Group chat de 5 no início. Sem schema. Sem max_rounds. Shared state sem locks. Actor para tudo. Sem logs. Confundir MCP/A2A. Confiar em 'se entendem'.</a:t>
            </a:r>
          </a:p>
          <a:p>
            <a:r>
              <a:t>💡 Analogia: anti-patterns de dieta. Cada um parece boa ideia, mas faz mal.</a:t>
            </a:r>
          </a:p>
          <a:p>
            <a:r>
              <a:t>⚠️ 'Agentes inteligentes se coordenam sozinhos' — não. Sem protocolo, caos.</a:t>
            </a:r>
          </a:p>
          <a:p>
            <a:r>
              <a:t>➡️ Caso MetaGPT.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MetaGPT junta tudo. Papéis claros. Artefatos estruturados (PRD → Design → Code → Test Report). SOPs reduzem ambiguidade.</a:t>
            </a:r>
          </a:p>
          <a:p>
            <a:r>
              <a:t>💡 Analogia: linha de montagem de fábrica. Cada estação recebe insumo, processa, entrega produto.</a:t>
            </a:r>
          </a:p>
          <a:p>
            <a:r>
              <a:t>❓ 'Por que funciona melhor que group chat?' (Estrutura. SOPs reduzem ambiguidade.)</a:t>
            </a:r>
          </a:p>
          <a:p>
            <a:r>
              <a:t>⚠️ 'Chat livre é mais flexível' — MetaGPT prova o oposto.</a:t>
            </a:r>
          </a:p>
          <a:p>
            <a:r>
              <a:t>➡️ Exercício de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Duplas escrevem schema. Prepara para o projeto (sistema de negociação).</a:t>
            </a:r>
          </a:p>
          <a:p>
            <a:r>
              <a:t>💡 Analogia: desenhar formulário de proposta comercial. Campos: remetente, destinatário, tipo, valor, prazo.</a:t>
            </a:r>
          </a:p>
          <a:p>
            <a:r>
              <a:t>❓ 'Como representar contraproposta?' (message_type: counter_propose + in_reply_to.)</a:t>
            </a:r>
          </a:p>
          <a:p>
            <a:r>
              <a:t>⚠️ Esquecer version — quando schema evolui, quebra.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Recapitulando 7 blocos: espectro A2A, padrões, blackboard, actor, negociação, protocolos, MetaGPT.</a:t>
            </a:r>
          </a:p>
          <a:p>
            <a:r>
              <a:t>💡 Analogia: resumo de curso de orquestra. Notas, partitura, seções, regente, afinação, padrão, apresentação.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de cobertura. Se algo faltou, mencione ou indique leitura.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Blackboard brilha com N grande. 2 agentes (A) = diretas. Ordem crítica (C) = diretas. Acoplamento máximo (D) = oposto do blackboard.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Handoff = transfere (sai). Delegação = delega (supervisor espera). Não é sincronicidade (A) nem número (C).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Complementares. MCP = agent↔system (tools). A2A = agent↔agent (agentes). Não competem (A), não são iguais (C), não obsoletos (D).</a:t>
            </a:r>
          </a:p>
          <a:p>
            <a:r>
              <a:t>➡️ Última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Afirmação geral é falsa. Alta concorrência: actor model escala melhor. Overhead de serialização existe, mas compensa pela ausência de contenção de lock. C tem ponta de verdade (contexto importa), mas afirmação é falsa.</a:t>
            </a:r>
          </a:p>
          <a:p>
            <a:r>
              <a:t>➡️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ETHAGT09 é fundação para ETHAGT10 (topologias), 11 (event-driven), 15 (sociedades). Leiam os papers — detalhes que a aula não cobre.</a:t>
            </a:r>
          </a:p>
          <a:p>
            <a:r>
              <a:t>➡️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Encerramento. Projeto = sistema de negociação. Labs complementam. Próxima aula: ETHAGT10.</a:t>
            </a:r>
          </a:p>
          <a:p>
            <a:r>
              <a:t>💡 Analogia: hoje aprenderam a reger a orquestra. Projeto = primeira apresentação. Labs = ensaios. ETHAGT10 aprofunda regência.</a:t>
            </a:r>
          </a:p>
          <a:p>
            <a:r>
              <a:t>❓ 'Perguntas?' (Se não houver: 'Qual parte foi menos clara?')</a:t>
            </a:r>
          </a:p>
          <a:p>
            <a:r>
              <a:t>⚠️ Se tempo: 'Um padrão de comunicação que você não conhecia.'</a:t>
            </a:r>
          </a:p>
          <a:p>
            <a:r>
              <a:t>➡️ FIM. Nos vemos na ETHAGT10.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Comunicação e Coordenação Multi-Agente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C — Sistemas Multi-Agente · A2A · Blackboard · Actor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modelos de comunicação e coordenação entre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Distinguir padrões de comunicação A2A (agent-to-agent)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Implementar troca estruturada de mensagens (com schemas)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Aplicar blackboard para coordenação com espaço compartilhado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Aplicar actor model para concorrência e isolamento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Lidar com negociação, conflito e consenso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Escolher o padrão correto: 1 agente vs N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I (Intermediário) → aprofunda em ETHAGT10, 11, 15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 → ETHAGT08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B (Básico) → ETHAGT05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 → ETHAGT12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Pré-requisito: ETHAGT04 (Reasoning &amp; Planning)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 ·  MCP = 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· Espectro A2A (10 min) · Padrões de Conversação (13 min) · Blackboard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Actor Model (13 min) · Negociação (10 min) · Protocolos (8 min) · Fechamento (12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DEMO ao vivo no Slide 43: duas arquiteturas, um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 da Coordenação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pesquisa + agente de escrita precisam colaborar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padrão: mensagens se perdem, estado diverge, ninguém sabe quem faz o quê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'Dois agentes inteligentes não produzem um sistema inteligente automaticamente'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Quantos agentes colaborando antes de virar caos?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Motivação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2022: ReAct (reasoning em loop)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AutoGen (arXiv:2308.08155), CAMEL (arXiv:2303.17760)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OpenAI Swarm (handoffs), Google A2A Protocol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MetaGPT (ICLR 2024), padronização emergente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 reasoning maduro + frameworks + custo baixo + padronização (MCP + A2A)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ReAct = Reasoning and Acting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Espectro da Comunicação A2A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Comunicação Direta vs Assíncrona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Síncrona (request/response)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 pergunta → B responde → A continua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 baixa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Alto acoplamento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 fica bloqueado esperando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Analogia: telefone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Assíncrona (eventos)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 publica → B reage quando puder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 variável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Baixo acoplamento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 não bloqueia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Analogia: e-mail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Trade-off: latência vs desacoplamento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Topologias: Broadcast vs P2P vs Pub/Sub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Broadcast: 1 → todos (anúncio global, ex.: 'tarefa concluída')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P2P (point-to-point): 1 → 1 (conversa direta, ex.: negociação)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Pub/Sub: produtores → tópicos → consumidores (desacoplado)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Escalabilidade: Broadcast O(N), P2P O(N²), Pub/Sub escala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Qual topologia para 10 agentes debatendo um diagnóstico?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Topologias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Schemas de Mensagem A2A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{</a:t>
            </a:r>
            <a:br/>
            <a:r>
              <a:t>  "message_id": "msg_abc123",</a:t>
            </a:r>
            <a:br/>
            <a:r>
              <a:t>  "sender": "agent://researcher-01",</a:t>
            </a:r>
            <a:br/>
            <a:r>
              <a:t>  "receiver": "agent://writer-02",</a:t>
            </a:r>
            <a:br/>
            <a:r>
              <a:t>  "message_type": "task_result",</a:t>
            </a:r>
            <a:br/>
            <a:r>
              <a:t>  "version": "1.2.0",</a:t>
            </a:r>
            <a:br/>
            <a:r>
              <a:t>  "timestamp": "2026-07-07T14:30:00Z",</a:t>
            </a:r>
            <a:br/>
            <a:r>
              <a:t>  "payload": {</a:t>
            </a:r>
            <a:br/>
            <a:r>
              <a:t>    "task_id": "task_xyz",</a:t>
            </a:r>
            <a:br/>
            <a:r>
              <a:t>    "result": "Resumo encontrado: ...",</a:t>
            </a:r>
            <a:br/>
            <a:r>
              <a:t>    "confidence": 0.87</a:t>
            </a:r>
            <a:br/>
            <a:r>
              <a:t>  },</a:t>
            </a:r>
            <a:br/>
            <a:r>
              <a:t>  "in_reply_to": "msg_def456"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Versionamento de Mensagens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evoluem independentemente (deploy separado)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Estratégia: semver no campo version (major.minor.patch)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Compatibilidade: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Backward: v2 lê mensagens v1 ✅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Forward: v1 lê mensagens v2 (ignora campos novos) ⚠️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Full: ambos (ideal)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v1 sem 'priority', v2 adiciona — v1 ignora, v2 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Erros: Mensagens Perdidas e Duplicadas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Perdida: agente envia, receptor nunca recebe (rede, crash)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Impacto: decisão com dado faltante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Duplicada: agente envia 1x, receptor processa 2x (retry mal feito)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Impacto: ação executada 2x (ex.: cobrança duplicada)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Acknowledgments (ACK) — receptor confirma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Idempotência — mesma mensagem processa só 1x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Deduplication keys — message_id único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Erros de comunicação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Erros: Fora de Ordem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Mensagem 2 chega antes da 1 → estado inconsistente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Causa: rotas diferentes, latência variável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Sequence numbers — receptor ordena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Timestamps Lamport — ordem causal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Fila ordenada — broker garante ordem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LLM agents: ordem do contexto importa — desordem = alucinação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Garantias de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At-most-once: pode perder, nunca duplica (fire-and-forget)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Uso: métricas, logs não-críticos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At-least-once: nunca perde, pode duplicar (com retry)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Uso: tarefas com idempotência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Exactly-once: nunca perde, nunca duplica (ideal, caro)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Uso: transações financeiras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Qual garantia para transferência bancária entre agentes?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Semânticas de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Topologia e Garantia Ideal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'Triager despacha para especialista'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'3 agentes votam em um diagnóstico'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'Agente publica evento de conclusão'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'Negociação comprador/vendedor'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(mãos levantadas)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1) P2P+handoff | 2) Broadcast+at-least-once | 3) Pub/Sub+at-most-once | 4) P2P+exactly-once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72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Padrões de Conversação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Três Padrões Canônicos de 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Two-agent dialogue (CAMEL) — 2 agentes em turnos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Origem: arXiv:2303.17760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Group chat (AutoGen) — N agentes orquestrados por manager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Origem: arXiv:2308.08155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Handoff / transfer (Swarm) — agente transfere controle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Origem: OpenAI Swarm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padrão resolve um problema de coordenação diferente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Two-Agent Dialogue — CAMEL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CAMEL: Communicative Agents for Mind Exploration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Role-playing: agente A como 'assistente', B como 'usuário simulado'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Estrutura: task → inception prompting → turnos de diálogo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Inception prompting: system prompt mantém os papéis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Origem: arXiv:2303.17760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brilha: refinamento iterativo entre 2 perspectivas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CAMEL em Ação — Role-Playing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  <a:br/>
            <a:r>
              <a:t>│  Tarefa: Escrever artigo sobre energias     │</a:t>
            </a:r>
            <a:br/>
            <a:r>
              <a:t>│  renováveis                                  │</a:t>
            </a:r>
            <a:br/>
            <a:r>
              <a:t>├─────────────────────────────────────────────┤</a:t>
            </a:r>
            <a:br/>
            <a:r>
              <a:t>│  [Usuário]    Turno 1: "Qual estrutura      │</a:t>
            </a:r>
            <a:br/>
            <a:r>
              <a:t>│               você sugere?"                  │</a:t>
            </a:r>
            <a:br/>
            <a:r>
              <a:t>│  [Assistente] Turno 2: "Introdução, 3        │</a:t>
            </a:r>
            <a:br/>
            <a:r>
              <a:t>│               seções técnicas, conclusão."   │</a:t>
            </a:r>
            <a:br/>
            <a:r>
              <a:t>│  [Usuário]    Turno 3: "Aprofunde a seção   │</a:t>
            </a:r>
            <a:br/>
            <a:r>
              <a:t>│               solar."                        │</a:t>
            </a:r>
            <a:br/>
            <a:r>
              <a:t>│  [Assistente] Turno 4: "Painéis fotovoltaic │</a:t>
            </a:r>
            <a:br/>
            <a:r>
              <a:t>│               os convertem..."               │</a:t>
            </a:r>
            <a:br/>
            <a:r>
              <a:t>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Group Chat — AutoGen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AutoGen GroupChat: N agentes em um grupo orquestrado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Componentes: agentes + group chat manager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Manager decide quem fala a seguir (hub-and-spoke)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Origem: arXiv:2308.08155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brilha: múltiplas especialidades colaborando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Ex.: Researcher + Coder + Reviewer em um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AutoGen: Selector vs Round-Robin vs Dynamic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Round-robin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Ordem fixa: A → B → C → 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Previsível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Rígido (ignora contexto)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Gratuito (sem custo 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Selector / Dynamic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Selector: LLM decide quem fala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Adaptável ao contexto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Custa 1 chamada LLM por turno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Dynamic: agentes se inscrevem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Handoff / Transfer — OpenAI 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Swarm: agente transfere controle para outro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Handoff = 'passa a bola' — agente atual sai, novo entra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Triager → handoff para Sales / Billing / Support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Leve, sem orquestrador central (diferente de GroupChat)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Origem: OpenAI Swarm (repo + paper técnico, 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12-Diagrams/ETHAGT09/handoff.mmd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Handoff vs Delegação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Handoff (Swarm)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 TRANSFERIDO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Agente original SAI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'Transfere a chamada'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Simples, sem retorno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Ex.: triager → especialista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Delegação (Supervisor)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 DELEGADO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Supervisor espera retorno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'Coloca em espera e consulta'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Supervisor continua envolvido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Ex.: supervisor → sub-agente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SLA = Service Level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MetaGPT — SOPs para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MetaGPT: agentes seguem SOPs como uma equipe de software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Papéis: Product Manager → Architect → Engineer → QA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papel tem entradas, processo e saídas definidos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Comunicação via artefatos estruturados (não chat livre):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PRD → Design Doc → Code → Test Report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 no caso de estudo (Slide 63)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Cada Padrão Brilha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Two-agent (CAMEL): refinamento iterativo entre 2 perspectivas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Group chat (AutoGen): múltiplas especialidades colaborando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Handoff (Swarm): roteamento baseado em especialização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Selector group chat: ordem imprevisível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Round-robin: todos contribuem igualmente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 (SOPs): workflow estruturado com papéis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simples (2 agentes); escale só quando 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Padrão de Conversação Ideal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'Writer e reviewer refinam um texto'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'3 especialistas debatem diagnóstico'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'Triager encaminha para dept correto'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'Equipe de dev constrói um feature'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1) Two-agent/CAMEL | 2) Group chat/selector | 3) Handoff/Swarm | 4) MetaGPT/SOPs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Blackboard: Espaço Compartilhado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Que É Blackboard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Espaço compartilhado de estado: agentes escrevem e leem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Inspirado no blackboard físico de salas de aula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Desacoplamento: agentes não precisam se conhecer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clássico de IA (HEARSAY-II, 1970s)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Renascido com LLM agents: estado compartilhado = 'memória coletiva'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72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Arquitetura do Blackboard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agentes conectados a um blackboard central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Blackboard armazena: facts, hypotheses, partial results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agentes leem → processam → escrevem de volta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comunicação direta entre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12-Diagrams/ETHAGT09/blackboard.mmd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Blackboard Brilha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 dinâmico: estado muda conforme agentes contribuem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Múltiplos especialistas: cada um contribui com seu conhecimento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Contribuição incremental: ninguém tem a resposta completa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 diagnóstico multi-especialidade, planejamento estratégico, relatório por partes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Quando blackboard é preferível a mensagens diretas?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Blackboard vs Mensagens Diretas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Blackboard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Baixo acoplamento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Estado compartilhado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ordem garantida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O(N) conexões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 grande + contribuições independentes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Mensagens Diretas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Alto acoplamento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Explícito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Ordem controlada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O(N²) conexões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2 agentes + ordem crítica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Implementação do Blackboard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class Blackboard:</a:t>
            </a:r>
            <a:br/>
            <a:r>
              <a:t>    def __init__(self):</a:t>
            </a:r>
            <a:br/>
            <a:r>
              <a:t>        self.entries = []</a:t>
            </a:r>
            <a:br/>
            <a:br/>
            <a:r>
              <a:t>    def write(self, agent_id, entry_type, content):</a:t>
            </a:r>
            <a:br/>
            <a:r>
              <a:t>        self.entries.append({</a:t>
            </a:r>
            <a:br/>
            <a:r>
              <a:t>            "agent_id": agent_id,</a:t>
            </a:r>
            <a:br/>
            <a:r>
              <a:t>            "type": entry_type,</a:t>
            </a:r>
            <a:br/>
            <a:r>
              <a:t>            "content": content,</a:t>
            </a:r>
            <a:br/>
            <a:r>
              <a:t>            "timestamp": time.time()</a:t>
            </a:r>
            <a:br/>
            <a:r>
              <a:t>        })</a:t>
            </a:r>
            <a:br/>
            <a:br/>
            <a:r>
              <a:t>    def read(self, entry_type=None):</a:t>
            </a:r>
            <a:br/>
            <a:r>
              <a:t>        return [e for e in self.entries</a:t>
            </a:r>
            <a:br/>
            <a:r>
              <a:t>                if entry_type is None</a:t>
            </a:r>
            <a:br/>
            <a:r>
              <a:t>                or e["type"] == entry_type]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Blackboard ou Mensagens Diretas?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'5 agentes contribuem com partes de um relatório'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'Agente pergunta preço a outro'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'3 agentes debatem com estado compartilhado' →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Discutir em duplas (2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1) Blackboard | 2) Mensagem direta (P2P) | 3) Blackboard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Actor Model: Concorrência sem Locks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Que É Actor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Atores encapsulam estado; só se comunicam por mensagens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ator tem um mailbox (fila de mensagens)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Processa uma mensagem por vez — sem locks, sem race conditions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Origem: Hewitt, 1973 (clássico, MIT)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Renascido com LLM agents: cada agente = um ator isolado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Arquitetura do Actor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atores com mailboxes individuais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Comunicação assíncrona via mensagens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privado encapsulado em cada 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estado compartilhado = sem locks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12-Diagrams/ETHAGT09/actor-model.mmd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Princípios: Encapsulamento e Isolamento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Encapsulamento: estado do ator é inacessível externamente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Isolamento: falha em um ator não derruba outros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'Share nothing' — único caminho de interação é mensagem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Implicação para agentes: estado protegido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Actor model vs shared state — qual é mais seguro para dados críticos?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Concorrência sem 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Shared State (com locks)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Múltiplas threads + locks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Deadlocks, race conditions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Contenção de lock em alta concorrência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Actor Model (sem locks)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1 mensagem por vez por ator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locks, sem deadlocks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Escala horizontalmente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Overhead: serialização de msgs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Localização Transparente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Ator local vs remoto: mesma interface (mensagem)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Roteamento transparente: framework decide para onde enviar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Escala: mova atores para outros nós sem mudar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Aplicação: agentes distribuídos em múltiplos servidores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Como isso muda a arquitetura de deployment?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Implementações do Actor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Erlang / Akka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Erlang/OTP: pioneiro, telecom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Tolerância a falha (supervisores)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Akka: JVM (Scala/Java)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Maduro,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Python asyncio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Coroutines como atores leves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supervisão nativa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 LLM agents: asyncio + framework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LangGraph, AutoGen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Actor Model para Agentes Distribuídos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 = um ator com mailbox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execution = mensagem para ator especializado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Memória = estado privado do 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Escala: agentes em nós diferentes, coordenados por mensagens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de uso: 10 agentes de pesquisa processando em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Actor Model vs Shared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Shared State (blackboard)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Leitura/escrita compartilhada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Precisa de locks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Simples de entender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Race conditions em concorrência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Actor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Estado isolado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Mensagens assíncronas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locks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Overhead de serialização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Duas Arquiteturas, um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Tarefa: pesquisar + resumir + formatar um relatório</a:t>
            </a:r>
            <a:br/>
            <a:br/>
            <a:r>
              <a:t>═══════════════════════════════════════════</a:t>
            </a:r>
            <a:br/>
            <a:r>
              <a:t>VERSÃO 1: AutoGen-style Group Chat</a:t>
            </a:r>
            <a:br/>
            <a:r>
              <a:t>═══════════════════════════════════════════</a:t>
            </a:r>
            <a:br/>
            <a:r>
              <a:t>Manager ↔ Researcher ↔ Summarizer ↔ Formatter</a:t>
            </a:r>
            <a:br/>
            <a:r>
              <a:t>  (agentes conversam, manager coordena)</a:t>
            </a:r>
            <a:br/>
            <a:br/>
            <a:r>
              <a:t>═══════════════════════════════════════════</a:t>
            </a:r>
            <a:br/>
            <a:r>
              <a:t>VERSÃO 2: Blackboard</a:t>
            </a:r>
            <a:br/>
            <a:r>
              <a:t>═══════════════════════════════════════════</a:t>
            </a:r>
            <a:br/>
            <a:r>
              <a:t>Researcher → write(facts)     ↘</a:t>
            </a:r>
            <a:br/>
            <a:r>
              <a:t>Summarizer → read/write(summary) → Blackboard</a:t>
            </a:r>
            <a:br/>
            <a:r>
              <a:t>Formatter  → read → output    ↗</a:t>
            </a:r>
            <a:br/>
            <a:r>
              <a:t>  (agentes compartilham espaço)</a:t>
            </a:r>
            <a:br/>
            <a:br/>
            <a:r>
              <a:t>Comparar: nº mensagens, tempo, acoplamento</a:t>
            </a:r>
            <a:br/>
            <a:r>
              <a:t>Ref: 05-Labs/ETHAGT09/Lab1-Duas-Arquiteturas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Discussão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arquitetura foi mais fácil de debugar? Por quê?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Em qual delas adicionar um 4º agente seria mais simples?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1) Blackboard (estado centralizado fácil de inspecionar) | 2) Blackboard (novo agente só lê/escreve)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Negociação e Conflito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Agentes Negociam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têm objetivos próprios — podem conflitar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comprador quer preço baixo, vendedor quer alto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negociação: impasse ou força bruta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negociação: convergência para acordo mutuamente aceitável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O que acontece quando objetivos são parcialmente conflitantes?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Bargaining — Barganha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proposta → contraproposta → ... → acordo ou impasse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Conceder gradativamente ('eu baixo 5, você baixa 5')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Fixar reserva (não abaixo de 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BATNA (Best Alternative to a Negotiated Agreement)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comprador 100 → vendedor 150 → convergem em 120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loop infinito sem estratégia de cessão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Auction — Leilão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Auction: 1 vendedor, N compradores competem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Tipos: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English (ascendente): lances sobem até ninguém oferecer mais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Dutch (descendente): preço desce até alguém aceitar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Sealed-bid: lances secretos, maior ganha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Vickrey: sealed-bid, vencedor paga o 2º maior lance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agentes competindo por tempo de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Fluxo de Negociação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Comprador propõe 100 → Vendedor contrapropõe 150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Comprador propõe 120 → Vendedor aceita → acordo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Caminho alternativo: rejeita após N rounds → timeout / mediator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12-Diagrams/ETHAGT09/negotiation.mmd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do projeto: convergência ≥ 80% dos casos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Resolução de Conflito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Cada agente vota, maioria vence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Pode errar (2-1 onde 1 estava certo)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Weighted: pondera por expertise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 decisões de baixo custo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Mediator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Agente neutro facilita consenso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Mais caro (agente extra)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Mais robusto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Ouve todos, propõe solução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Para decisões críticas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Convergência e Deadlock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Convergência: acordo em N rounds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Deadlock: nenhum agente cede, loop infinito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Causas: estratégia rígida, sem BATNA, 'orgulho'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max_rounds (força parada após 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timeout (para após T segundos)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Concessão forçada (quem menos cedeu, cede)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Escalar para mediator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do projeto: convergência ≥ 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Exemplo: Objetivos Parcialmente Conflitantes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velocidade (rápido) vs agente de qualidade (completo)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Negociação: trade-off entre tempo e profundidade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orçamento de tempo + threshold de qualidade mínima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Convergência: ambos aceitam meio-termo documentado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❓ Como evitar que o agente de qualidade nunca aceite?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Protocolos e Padrões Emergentes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A2A Protocol (Google,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A2A (Agent-to-Agent): padrão aberto para comunicação entre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Objetivo: interoperabilidade entre frameworks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Conceitos centrais: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 Card: manifesto de capacidades (URL /.well-known/agent.json)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Tasks: unidade de trabalho delegável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Status: emerging spec (ainda em evolução)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A2A Protocol — Como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Agente A descobre Agent Card de B (GET /.well-known/agent.json)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 envia Task para B (POST /tasks)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B processa e retorna status +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Streaming opcional para tarefas longas (SSE — Server-Sent Events)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Protocolo HTTP-based — não reinventa a roda (REST + 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SSE = Server-Sent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72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MCP vs A2A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MCP (Model Context Protocol)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 ↔ System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 ↔ Tools (banco, API)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 ↔ Data Sources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Da Anthropic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Mais maduro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A2A (Agent-to-Agent)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 ↔ Agent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Delegação de tarefas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Colaboração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Do Google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Emergente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Padrões de Orquestração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Centralizada (supervisor): um coordena os demais — controle, gargalo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Descentralizada (P2P): sem líder — flexível, sem garantia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Hierárquica: supervisor → sub-supervisores → agentes —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Market-based: agentes 'licitam' tarefas — eficiente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controle vs flexibilidade vs escalabilidade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FIPA e Padrões Históricos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FIPA (Foundation for Intelligent Physical Agents): padrões ACL dos anos 90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FIPA-ACL: performatives (request, inform, propose, accept, reject)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KQML: predecessor de FIPA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Aprendizado: LLM agents redescobrem conceitos de FIPA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muita coisa 'nova' já foi pensada — aprender com o passado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ACL = Agent Communication Language  ·  FIPA = Foundation for Intelligent Physical Agents  ·  KQML = Knowledge Query and Manipulation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Estado da Padronização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MCP: mais maduro (Anthropic, amplamente adotado)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A2A: emergente (Google, adoção crescente)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FIPA: maduro mas sub-adotado em LLM 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 atual: fragmentação (cada framework tem seu protocolo)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Tendência: convergência para MCP + A2A como camadas complementares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Estamos em 2026 — ainda cedo para dizer que venceu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Comece com 2 agentes antes de escalar para 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Defina schemas de mensagem com versionamento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Use blackboard quando N é grande e contribuições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Defina max_rounds em negociações (evitar deadlock)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Logue TODAS as mensagens A2A (traces = debugging)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Isole agentes como atores (estado protegido)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✓ Documente o protocolo de handoff/delegação explicitamente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Começar com group chat de 5 agentes sem necessidade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Sem schema de mensagem ('telefone sem fio')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Negociação sem max_rounds (deadlock infinito)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Shared state sem locks (race condition)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Actor model para tudo (overhead em tarefas 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Não logar mensagens (debug cego em multi-agente)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Misturar MCP e A2A sem entender a diferença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✗ Confiar que agentes 'vão se entender' sem protocolo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Anti-patterns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 — MetaGPT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MetaGPT: framework multi-agente para desenvolvimento de software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Papéis: Product Manager → Architect → Engineer → QA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Comunicação via artefatos estruturados (não chat livre)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SOPs codificam o workflow: cada papel sabe o que esperar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gera código funcional de ponta a ponta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estrutura &gt; improvisação em sistemas multi-agente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Schema de Mensagem A2A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agentes de compra e venda negociando preço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duplas: escrever schema JSON com versionamento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Incluir: sender, receiver, message_type, payload, timestamp, version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Considerar: proposta, contraproposta, aceitação (campo message_type)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discussão, compartilhar no quadro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campo in_reply_to referencia a mensagem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Espectro A2A: síncrono/assíncrono, topologias, schemas, garantias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Padrões de conversação: CAMEL (2-agent), AutoGen (group), Swarm (handoff)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Blackboard: espaço compartilhado, baixo acoplamento, escala com 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Actor model: isolamento, concorrência sem locks, distribuição transparente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Negociação: bargaining, auction, voting, mediator, evitar deadlock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Protocolos: MCP (agent↔system) + A2A (agent↔agent) = complementares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MetaGPT: SOPs estruturados &gt; chat livre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☐ Definiu o espectro A2A (síncrono/assíncrono, topologias)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☐ Apresentou schemas de mensagem com versionamento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☐ Explicou 3 padrões de conversação (CAMEL, AutoGen, Swarm)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☐ Demontrou blackboard vs mensagens diretas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☐ Implementou actor model ou mostrou a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☐ Discutiu negociação, conflito e deadlock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☐ Comparou MCP vs A2A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blackboard é preferível a mensagens diretas?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Quando há apenas 2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Quando N é grande e contribuições são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Quando a ordem das mensagens é crítica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Quando o acoplamento entre agentes deve ser máximo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diferença entre handoff (Swarm) e delegação (supervisor)?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Handoff é síncrono, delegação é assíncrona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Handoff transfere controle (agente sai), delegação mantém supervisor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Handoff é para 2 agentes, delegação para 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Não há diferença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 e A2A Protocol são: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Competidores — um substitui o outro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Complementares — MCP é agent↔system, A2A é agent↔agent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 mesma coisa com nomes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Ambos obsoletos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V/F: 'Actor model é mais lento que shared-state.'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Verdadeiro — locks são mais rápidos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Falso — em alta concorrência, actor model escala melhor sem locks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Depende — sempre (contexto importa)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Impossível determinar sem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 (afirmação geral é falsa)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72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 +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Próximos módulos: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ETHAGT10 — Padrões de Arquitetura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ETHAGT11 — Event-Driven 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ETHAGT15 — Sociedades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obrigatória: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AutoGen (arXiv:2308.08155) · CAMEL (arXiv:2303.17760)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Hewitt, Actor Model (1973)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Google A2A Protocol spec · OpenAI Swarm (repo)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Survey: arXiv:2308.00352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Projeto · Labs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Projeto: sistema de negociação entre agentes (convergência ≥ 80%)</a:t>
            </a:r>
            <a:br/>
            <a:r>
              <a:t>Lab 1: Duas Arquiteturas (4h) · Lab 2: Actor Model com Handoffs (4h)</a:t>
            </a:r>
            <a:br/>
            <a:r>
              <a:t>Próxima aula: ETHAGT10 — Padrões de Arquitetura Multi-Agente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ETHAGT09 ·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