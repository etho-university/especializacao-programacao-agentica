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Bem-vindos à Fase C. Hoje vamos construir agentes que sobrevivem a falhas, rodem por dias, e coordenem via eventos. Se seus agentes morriam no primeiro crash, isso muda hoje.</a:t>
            </a:r>
          </a:p>
          <a:p>
            <a:r>
              <a:t>💡 Analogia: email (assíncrono, resiliente) vs ligação telefônica (síncrono, ambos presentes). Hoje vocês aprendem o 'email' da orquestração.</a:t>
            </a:r>
          </a:p>
          <a:p>
            <a:r>
              <a:t>❓ 'Quantos já tiveram agente que caiu no meio de processamento longo?'</a:t>
            </a:r>
          </a:p>
          <a:p>
            <a:r>
              <a:t>⚠️ Alunos acham que Kafka resolve tudo. Kafka é uma peça — Temporal é o complemento.</a:t>
            </a:r>
          </a:p>
          <a:p>
            <a:r>
              <a:t>➡️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objetivo é mensurável: diferenciar, aplicar, implementar, lidar, avaliar.</a:t>
            </a:r>
          </a:p>
          <a:p>
            <a:r>
              <a:t>❓ 'Qual objetivo vocês acham mais desafiador?' (geralmente #3 ou #5)</a:t>
            </a:r>
          </a:p>
          <a:p>
            <a:r>
              <a:t>⚠️ 'Aprender Kafka' não é 'aprender event-driven'. Kafka é ferramenta; event-driven é paradigma.</a:t>
            </a:r>
          </a:p>
          <a:p>
            <a:r>
              <a:t>➡️ Competências.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C1 e C2 chegam ao Avançado — vocês vão arquitetar sistemas multi-agente orientados a eventos em produção.</a:t>
            </a:r>
          </a:p>
          <a:p>
            <a:r>
              <a:t>💡 Analogia: vocês já dirigem na cidade (Básico). Agora vão dirigir em tráfego intenso com GPS e sistemas de segurança.</a:t>
            </a:r>
          </a:p>
          <a:p>
            <a:r>
              <a:t>⚠️ 'Avançado' não é 'domínio total' — é capacidade de arquitetar, justificar e operar.</a:t>
            </a:r>
          </a:p>
          <a:p>
            <a:r>
              <a:t>➡️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Dois blocos. Primeiro: fundamentos + mensageria + workflows. Segundo: durable execution + resiliência + fechamento. Duas DEMOS ao vivo.</a:t>
            </a:r>
          </a:p>
          <a:p>
            <a:r>
              <a:t>➡️ Por que estamos aqui?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problema central da aula. Agente síncrono processando 10.000 tickets — se cai no 5.000, perde metade. Sem durability, restart recomeça do zero. Com durable execution, retoma do último checkpoint.</a:t>
            </a:r>
          </a:p>
          <a:p>
            <a:r>
              <a:t>💡 Analogia: escrever 100 páginas sem salvar vs com auto-save.</a:t>
            </a:r>
          </a:p>
          <a:p>
            <a:r>
              <a:t>❓ 'Qual o pior crash que vocês já viram em produção?' (2-3 alunos compartilharem)</a:t>
            </a:r>
          </a:p>
          <a:p>
            <a:r>
              <a:t>⚠️ Alunos acham que 'retry resolve'. Retry sem durability recomeça do início.</a:t>
            </a:r>
          </a:p>
          <a:p>
            <a:r>
              <a:t>➡️ Como chegamos aqui?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Event-driven não é novo — Kafka existe desde 2011. Mas a combinação com agentes de LLM é recente: agentes executam por minutos/horas, custo de recomputação é alto, e HITL exige pausas duráveis. Tudo convergiu em 2024.</a:t>
            </a:r>
          </a:p>
          <a:p>
            <a:r>
              <a:t>💡 Analogia: avião — princípios existiam há séculos, mas precisou de motor leve + materiais + controle.</a:t>
            </a:r>
          </a:p>
          <a:p>
            <a:r>
              <a:t>⚠️ Alunos acham que event-driven é 'modinha'. O conceito tem 15 anos.</a:t>
            </a:r>
          </a:p>
          <a:p>
            <a:r>
              <a:t>➡️ Fundamentos.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Início do bloco de fundamentos. Antes de ferramentas, precisamos entender o PORQUÊ.</a:t>
            </a:r>
          </a:p>
          <a:p>
            <a:r>
              <a:t>➡️ Limites do síncrono.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Síncrono funciona para tarefas curtas (segundos). Em pipelines longos (minutos, horas), cada limite se manifesta: acoplamento temporal, falta de resiliência, bottleneck de escala, custo de recomputação.</a:t>
            </a:r>
          </a:p>
          <a:p>
            <a:r>
              <a:t>💡 Analogia: linha de montagem que para toda se uma estação para.</a:t>
            </a:r>
          </a:p>
          <a:p>
            <a:r>
              <a:t>❓ 'Vocês têm pipeline síncrono hoje que já quebrou por essas razões?'</a:t>
            </a:r>
          </a:p>
          <a:p>
            <a:r>
              <a:t>⚠️ Retry sem durability recomeça do início. Retry sem idempotência duplica.</a:t>
            </a:r>
          </a:p>
          <a:p>
            <a:r>
              <a:t>➡️ Qual é a alternativa?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Definição canônica: componentes se comunicam via eventos assíncronos. Evento é FATO (passado); comando é INSTRUÇÃO (futuro). Eventos são imutáveis; comandos podem falhar.</a:t>
            </a:r>
          </a:p>
          <a:p>
            <a:r>
              <a:t>💡 Analogia: jornal notifica 'Choveu ontem' (evento). Bilhete diz 'Regue as plantas' (comando).</a:t>
            </a:r>
          </a:p>
          <a:p>
            <a:r>
              <a:t>❓ 'Em seus sistemas, usam eventos ou comandos?'</a:t>
            </a:r>
          </a:p>
          <a:p>
            <a:r>
              <a:t>⚠️ Modelar tudo como comando perde o desacoplamento do event-driven.</a:t>
            </a:r>
          </a:p>
          <a:p>
            <a:r>
              <a:t>➡️ Benefícios concretos.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5 benefícios concretos. Desacoplamento (novo consumer sem mudar produtor). Escala (adicionar consumers ao group). Resiliência (broker persiste). Replay (reprocessar com nova lógica). Backpressure (consumer puxa, não é empurrado).</a:t>
            </a:r>
          </a:p>
          <a:p>
            <a:r>
              <a:t>💡 Analogia: biblioteca. Cada leitor lê independente. Adicione mais leitores. O livro fica na prateleira.</a:t>
            </a:r>
          </a:p>
          <a:p>
            <a:r>
              <a:t>⚠️ Replay não é 'recalcular tudo' — é reprocessar eventos com nova lógica.</a:t>
            </a:r>
          </a:p>
          <a:p>
            <a:r>
              <a:t>➡️ Mas não é grátis.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4 trade-offs reais. Complexidade operacional. Eventual consistency (delay até convergir). Debugging distribuído. Ordering limitado.</a:t>
            </a:r>
          </a:p>
          <a:p>
            <a:r>
              <a:t>💡 Analogia: trocar reunião presencial (síncrono) por email (assíncrono, flexível, mas perde certeza de ordem).</a:t>
            </a:r>
          </a:p>
          <a:p>
            <a:r>
              <a:t>❓ 'Qual trade-off mais preocupa em produção?'</a:t>
            </a:r>
          </a:p>
          <a:p>
            <a:r>
              <a:t>⚠️ Adotar event-driven sem custo operacional = pesadelo.</a:t>
            </a:r>
          </a:p>
          <a:p>
            <a:r>
              <a:t>➡️ Quando síncrono, quando assíncrono?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Nenhum paradigma é universalmente melhor. Síncrono para UX (usuário esperando). Assíncrono para processamento pesado. Híbrido é o mais comum: API síncrona dispara processamento assíncrono.</a:t>
            </a:r>
          </a:p>
          <a:p>
            <a:r>
              <a:t>💡 Analogia: fast-food (síncrono) vs restaurante com garçom (assíncrono) vs iFood (híbrido — pede, recebe número, consulta status).</a:t>
            </a:r>
          </a:p>
          <a:p>
            <a:r>
              <a:t>❓ 'Suas tools de agente são síncronas ou assíncronas?'</a:t>
            </a:r>
          </a:p>
          <a:p>
            <a:r>
              <a:t>⚠️ Tentar fazer tudo assíncrono piora UX.</a:t>
            </a:r>
          </a:p>
          <a:p>
            <a:r>
              <a:t>➡️ Vamos praticar.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Respostas: (1) Síncrono — UX espera. (2) Assíncrono — massa, longa duração. (3) Síncrono com timeout. (4) Assíncrono — coordenação complexa.</a:t>
            </a:r>
          </a:p>
          <a:p>
            <a:r>
              <a:t>❓ Votar em cada cenário. Anotar distribuição.</a:t>
            </a:r>
          </a:p>
          <a:p>
            <a:r>
              <a:t>⚠️ Responder 'assíncrono' para tudo é erro comum — UX NÃO pode ser assíncrona.</a:t>
            </a:r>
          </a:p>
          <a:p>
            <a:r>
              <a:t>➡️ Motor do event-driven: mensageria.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coração do event-driven é a mensageria. Vamos cobrir os três brokers mais relevantes.</a:t>
            </a:r>
          </a:p>
          <a:p>
            <a:r>
              <a:t>➡️ Conceito fundacional: o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Jay Kreps escreveu 'The Log' — essay seminal. O log é a abstração mais poderosa em sistemas distribuídos: append-only, ordenado, imutável. Consumer mantém offset. Replay = voltar o offset.</a:t>
            </a:r>
          </a:p>
          <a:p>
            <a:r>
              <a:t>💡 Analogia: diário de bordo do navio. Append-only, ordenado, imutável. Capitão lê a partir de onde parou (offset).</a:t>
            </a:r>
          </a:p>
          <a:p>
            <a:r>
              <a:t>❓ 'Por que o log é imutável?'</a:t>
            </a:r>
          </a:p>
          <a:p>
            <a:r>
              <a:t>⚠️ Log aqui não é 'log de debug' — é estrutura de dados distribuída, fonte de verdade.</a:t>
            </a:r>
          </a:p>
          <a:p>
            <a:r>
              <a:t>➡️ Kafka é a implementação mais famosa.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Kafka organiza em tópicos. Cada tópico é dividido em partições — logs independentes. Produtores escolhem partição (key ou round-robin). Consumers em groups — cada partição vai para um consumer. Replicação garante durabilidade.</a:t>
            </a:r>
          </a:p>
          <a:p>
            <a:r>
              <a:t>💡 Analogia: biblioteca com estantes (partições). Bibliotecários (consumers) leem estantes diferentes em paralelo.</a:t>
            </a:r>
          </a:p>
          <a:p>
            <a:r>
              <a:t>⚠️ Partição ≠ fila. Partição é log (mensagens ficam); fila é consumida (somem).</a:t>
            </a:r>
          </a:p>
          <a:p>
            <a:r>
              <a:t>➡️ Particionamento e ordering.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Regra mais importante do Kafka: ordering é por partição, não global. Para ordering do 'agente 42', use agent_id como key. hash(key) % num_partitions → mesma partição.</a:t>
            </a:r>
          </a:p>
          <a:p>
            <a:r>
              <a:t>💡 Analogia: filas de banco. Múltiplos caixas em paralelo. Para suas transações em ordem, vá sempre ao mesmo caixa (mesma key = mesma partição).</a:t>
            </a:r>
          </a:p>
          <a:p>
            <a:r>
              <a:t>❓ 'Como garantir ordering do mesmo agente?' (resposta: hash da key)</a:t>
            </a:r>
          </a:p>
          <a:p>
            <a:r>
              <a:t>⚠️ Ordering global não existe em Kafka. Se precisa, use 1 partição (perde paralelismo).</a:t>
            </a:r>
          </a:p>
          <a:p>
            <a:r>
              <a:t>➡️ Escalar consumidores.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Consumer Group é como Kafka escala. Grupo divide partições — cada uma vai para um consumer. Se 3 partições e 4 consumers, o 4º fica ocioso. Para escalar, adicione partições. Offset commit define semântica: commit após = at-least-once; commit antes = at-most-once.</a:t>
            </a:r>
          </a:p>
          <a:p>
            <a:r>
              <a:t>💡 Analogia: equipe de entregadores dividindo zonas da cidade.</a:t>
            </a:r>
          </a:p>
          <a:p>
            <a:r>
              <a:t>⚠️ Adicionar consumers sem partições = sem ganho. Limite é o número de partições.</a:t>
            </a:r>
          </a:p>
          <a:p>
            <a:r>
              <a:t>➡️ Alternativa: RabbitMQ.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RabbitMQ segue AMQP. Diferença vs Kafka: RabbitMQ é orientado a filas (mensagem consumida some); Kafka é log (mensagem fica até retenção expirar). RabbitMQ brilha em routing rico: exchanges decidem para quais filas a mensagem vai.</a:t>
            </a:r>
          </a:p>
          <a:p>
            <a:r>
              <a:t>💡 Analogia: Kafka é jornal (todos leem a mesma edição, fica arquivada). RabbitMQ é central de taxistas (chamada vai para taxista específico).</a:t>
            </a:r>
          </a:p>
          <a:p>
            <a:r>
              <a:t>❓ 'Em que cenário RabbitMQ é melhor que Kafka?'</a:t>
            </a:r>
          </a:p>
          <a:p>
            <a:r>
              <a:t>⚠️ Usar Kafka quando precisavam de RabbitMQ (routing) é erro comum.</a:t>
            </a:r>
          </a:p>
          <a:p>
            <a:r>
              <a:t>➡️ Para leveza: NATS.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NATS é o 'canivete suíço' da mensageria. Single binary, latência sub-milissegundo. JetStream adiciona persistência. Ideal para edge/IOT. Trade-off: menos features que Kafka/RabbitMQ.</a:t>
            </a:r>
          </a:p>
          <a:p>
            <a:r>
              <a:t>💡 Analogia: Kafka é caminhão (carrega muito, pesado). RabbitMQ é van (flexível). NATS é moto (rápido, leve).</a:t>
            </a:r>
          </a:p>
          <a:p>
            <a:r>
              <a:t>⚠️ Subestimar NATS por ser menos famoso é erro. Em muitos casos, resolve com 1/10 da complexidade do Kafka.</a:t>
            </a:r>
          </a:p>
          <a:p>
            <a:r>
              <a:t>➡️ Comparar os três.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Kafka ganha em throughput e retenção. RabbitMQ em routing. NATS em simplicidade e latência. A escolha depende do problema.</a:t>
            </a:r>
          </a:p>
          <a:p>
            <a:r>
              <a:t>💡 Analogia: trem de carga (Kafka), táxi (RabbitMQ), bicicleta (NATS).</a:t>
            </a:r>
          </a:p>
          <a:p>
            <a:r>
              <a:t>⚠️ Começar com Kafka 'porque a empresa usa' sem avaliar é over-engineering.</a:t>
            </a:r>
          </a:p>
          <a:p>
            <a:r>
              <a:t>➡️ Critério prático.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Regra de ouro: comece simples. Se RabbitMQ resolve, não use Kafka. Se NATS resolve, não use RabbitMQ. Kafka é mais poderoso mas mais complexo de operar.</a:t>
            </a:r>
          </a:p>
          <a:p>
            <a:r>
              <a:t>💡 Analogia: não use martelo pneumático para pregar quadro.</a:t>
            </a:r>
          </a:p>
          <a:p>
            <a:r>
              <a:t>⚠️ FOMO tecnológico — querer Kafka porque é 'moderno' sem necessidade.</a:t>
            </a:r>
          </a:p>
          <a:p>
            <a:r>
              <a:t>➡️ Padrões: CQRS e Saga.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CQRS separa escrita (commands) de leitura (queries). Write side otimizado para consistência (eventos); read side otimizado para consulta (views materializadas).</a:t>
            </a:r>
          </a:p>
          <a:p>
            <a:r>
              <a:t>💡 Analogia: biblioteca. Catalogador (write) organiza; índices (read) são views otimizadas para busca.</a:t>
            </a:r>
          </a:p>
          <a:p>
            <a:r>
              <a:t>⚠️ CQRS adiciona complexidade — só use quando read e write têm perfis muito diferentes.</a:t>
            </a:r>
          </a:p>
          <a:p>
            <a:r>
              <a:t>➡️ Saga.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Saga resolve transações distribuídas sem 2PC. Transações locais com compensação. Não é rollback perfeito — é melhor esforço. Aprofundamos na Seção F com caso concreto.</a:t>
            </a:r>
          </a:p>
          <a:p>
            <a:r>
              <a:t>💡 Analogia: planejar viagem. Se voo cancela, cancela hotel e devolve carro (compensações).</a:t>
            </a:r>
          </a:p>
          <a:p>
            <a:r>
              <a:t>➡️ Padronização de eventos.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CloudEvents é padrão CNCF. Em vez de cada sistema ter seu formato, todos seguem o mesmo schema. Para agentes: tool outputs como CloudEvents = interoperabilidade + observabilidade.</a:t>
            </a:r>
          </a:p>
          <a:p>
            <a:r>
              <a:t>💡 Analogia: padrão de tomada elétrica. Um formato, qualquer aparelho.</a:t>
            </a:r>
          </a:p>
          <a:p>
            <a:r>
              <a:t>⚠️ Não é 'mais um formato' — é O formato que unifica.</a:t>
            </a:r>
          </a:p>
          <a:p>
            <a:r>
              <a:t>➡️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Demo ao vivo. Agente A publica no tópico agent-tasks com key=agent_id. Agente B consome, processa (chama LLM), publica resultado. Destacar: (1) ordering por key; (2) resiliência — matar consumer B e reiniciar, recupera do último offset.</a:t>
            </a:r>
          </a:p>
          <a:p>
            <a:r>
              <a:t>💡 Analogia: dois colegas via Slack. Um posta em #tasks; outro lê, faz, posta em #results.</a:t>
            </a:r>
          </a:p>
          <a:p>
            <a:r>
              <a:t>⚠️ Se demo falhar, screenshots/logs prontos. Não improvisar.</a:t>
            </a:r>
          </a:p>
          <a:p>
            <a:r>
              <a:t>➡️ Pergunta da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idempotência. Kafka é at-least-once — mensagens podem chegar mais de uma vez. Consumer precisa ser idempotente: processar 2x = processar 1x. Solução: chaves de idempotência (Slide 49). Motiva a Seção F.</a:t>
            </a:r>
          </a:p>
          <a:p>
            <a:r>
              <a:t>💡 Analogia: garçom que anota pedido 2x. Cozinha idempotente verifica e faz só 1 prato.</a:t>
            </a:r>
          </a:p>
          <a:p>
            <a:r>
              <a:t>⚠️ Kafka não é exactly-once por default — é at-least-once.</a:t>
            </a:r>
          </a:p>
          <a:p>
            <a:r>
              <a:t>➡️ Workflow engines.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Vimos mensageria — como agentes se comunicam. Agora: workflow engines — como orquestrar execução com estado durável.</a:t>
            </a:r>
          </a:p>
          <a:p>
            <a:r>
              <a:t>➡️ Distinção importante.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Não é 'workflow OU agente' — é 'workflow E agente'. Workflow (Temporal) lida com orquestração (sequência, retries, durability, HITL). Agente lida com decisões (qual tool, como interpretar). Híbrido é o mais poderoso.</a:t>
            </a:r>
          </a:p>
          <a:p>
            <a:r>
              <a:t>💡 Analogia: workflow é trilho do trem (determinístico). Agente é maquinista (decide velocidade, para em emergência).</a:t>
            </a:r>
          </a:p>
          <a:p>
            <a:r>
              <a:t>❓ 'Você orquestra via código ou via agente supervisor?'</a:t>
            </a:r>
          </a:p>
          <a:p>
            <a:r>
              <a:t>⚠️ Agente não é confiável para durability — pode alucinar, esquecer passos.</a:t>
            </a:r>
          </a:p>
          <a:p>
            <a:r>
              <a:t>➡️ Temporal.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5 conceitos-chave. Workflow é DETERMINÍSTICA (sem I/O, random, datetime). Activity é onde trabalho real acontece (API, tools). Worker executa. Server armazena histórico. Task Queue é onde tasks esperam.</a:t>
            </a:r>
          </a:p>
          <a:p>
            <a:r>
              <a:t>💡 Analogia: workflow é receita (determinística). Activity é ação física (cortar, cozinhar). Worker é cozinheiro. Server é gerente que anota.</a:t>
            </a:r>
          </a:p>
          <a:p>
            <a:r>
              <a:t>⚠️ I/O no workflow quebra replay. I/O sempre em activities.</a:t>
            </a:r>
          </a:p>
          <a:p>
            <a:r>
              <a:t>➡️ Durable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mágica do Temporal. Cada activity é persistida. Se worker cai, outro pega o histórico, faz replay (sem re-executar activities), e continua do ponto onde parou. Zero perda.</a:t>
            </a:r>
          </a:p>
          <a:p>
            <a:r>
              <a:t>💡 Analogia: videogame com auto-save a cada nível. Console desliga? Recomeça do último nível salvo.</a:t>
            </a:r>
          </a:p>
          <a:p>
            <a:r>
              <a:t>⚠️ Durable execution ≠ database. É capacidade de retomar execução de código do ponto exato — loops, variáveis, stack.</a:t>
            </a:r>
          </a:p>
          <a:p>
            <a:r>
              <a:t>➡️ Workflow é código comum.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Workflow é função Python comum. await activity(...). Não pode usar datetime.now() (usa workflow.now()), random() (usa workflow.random()), time.sleep() (usa workflow.sleep()).</a:t>
            </a:r>
          </a:p>
          <a:p>
            <a:r>
              <a:t>💡 Analogia: receita não pode dizer 'espere o relógio marcar 14h' (não-determinístico). Diz 'asse por 30 min' (determinístico).</a:t>
            </a:r>
          </a:p>
          <a:p>
            <a:r>
              <a:t>⚠️ time.sleep() no workflow trava o worker sem durabilidade. Use workflow.sleep().</a:t>
            </a:r>
          </a:p>
          <a:p>
            <a:r>
              <a:t>➡️ Alternativas mais simples.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Prefect é Python-nativo. @flow e @task decorators. Muito mais simples que Temporal. Trade-off: durabilidade menor — se Prefect server cai, pode perder estado. Temporal sobrevive a qualquer falha.</a:t>
            </a:r>
          </a:p>
          <a:p>
            <a:r>
              <a:t>💡 Analogia: Prefect é Apple Watch (simples, out-of-the-box). Temporal é equipamento médico profissional (potente, precisa expertise).</a:t>
            </a:r>
          </a:p>
          <a:p>
            <a:r>
              <a:t>⚠️ Prefect para protótipos; Temporal para produção crítica.</a:t>
            </a:r>
          </a:p>
          <a:p>
            <a:r>
              <a:t>➡️ Airflow.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Airflow é excelente para DAGs agendadas (toda meia-noite, rode ETL). Mas NÃO é durable execution. Se task falha, retenta o task — não retoma execução parcial. Sem HITL em tempo real. Para agentes longos com HITL, Temporal.</a:t>
            </a:r>
          </a:p>
          <a:p>
            <a:r>
              <a:t>💡 Analogia: Airflow é despertador (dispara em horário). Temporal é assistente pessoal (executa, pausa, retoma).</a:t>
            </a:r>
          </a:p>
          <a:p>
            <a:r>
              <a:t>⚠️ Usar Airflow para orquestração de agentes funciona em casos simples, dói em long-running e HITL.</a:t>
            </a:r>
          </a:p>
          <a:p>
            <a:r>
              <a:t>➡️ Comparar os três.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Temporal ganha em durability, HITL e replay. Prefect em simplicidade. Airflow em agendamento batch. Para agentes de longa duração com HITL, Temporal.</a:t>
            </a:r>
          </a:p>
          <a:p>
            <a:r>
              <a:t>💡 Analogia: Temporal é tanque (resistente). Prefect é pickup (versátil). Airflow é ônibus (agenda rotas).</a:t>
            </a:r>
          </a:p>
          <a:p>
            <a:r>
              <a:t>⚠️ Escolher por familiaridade ('já sei Airflow') dói em long-running.</a:t>
            </a:r>
          </a:p>
          <a:p>
            <a:r>
              <a:t>➡️ Decisão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Regra de ouro: orquestração (sequência, retries, HITL) no workflow. Decisão inteligente (qual tool, interpretar) no agente. Híbrido é padrão de produção: workflow chama agente como activity.</a:t>
            </a:r>
          </a:p>
          <a:p>
            <a:r>
              <a:t>💡 Analogia: workflow é processo (checklist de voo). Agente é piloto (decisões contextuais). Auditoria quer checklist; flexibilidade quer piloto.</a:t>
            </a:r>
          </a:p>
          <a:p>
            <a:r>
              <a:t>⚠️ Fazer tudo no agente = sem reliability/auditoria.</a:t>
            </a:r>
          </a:p>
          <a:p>
            <a:r>
              <a:t>➡️ Durable execution para agentes.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coração da aula. Durable execution = sobreviver a crashes, rodar por dias, pausar para HITL.</a:t>
            </a:r>
          </a:p>
          <a:p>
            <a:r>
              <a:t>➡️ Sobreviver a crashes.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Diferença drástica. Sem: crash no 5.000 = recomeça do 1. Com: crash no 5.000 = retoma do 5.001. Cada activity é checkpoint. Para agentes, cada tool call (cara) é persistida.</a:t>
            </a:r>
          </a:p>
          <a:p>
            <a:r>
              <a:t>💡 Analogia: jogo com auto-save a cada ação. Sem save, desliga = recomeça. Com save, perde no máximo última ação.</a:t>
            </a:r>
          </a:p>
          <a:p>
            <a:r>
              <a:t>❓ 'Já calcularam quanto custa restart do zero?'</a:t>
            </a:r>
          </a:p>
          <a:p>
            <a:r>
              <a:t>⚠️ Checkpoint por step não é lento — é operação de DB (ms). Reprocessar é ordens de magnitude mais caro.</a:t>
            </a:r>
          </a:p>
          <a:p>
            <a:r>
              <a:t>➡️ Long-running.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 durable execution, agentes limitam-se a segundos/minutos. Com durable, rodam por dias: workflow persiste estado entre iterações, agente 'acorda' com contexto fresco. Casos: pesquisa longitudinal, massa, monitoramento.</a:t>
            </a:r>
          </a:p>
          <a:p>
            <a:r>
              <a:t>💡 Analogia: trabalhador que vai embora às 18h e volta às 9h. Sem 'memória' (state), esquece tudo. Com caderno (checkpoint), retoma.</a:t>
            </a:r>
          </a:p>
          <a:p>
            <a:r>
              <a:t>⚠️ Esquecer orçamento = agente rodando dias pode custar milhares.</a:t>
            </a:r>
          </a:p>
          <a:p>
            <a:r>
              <a:t>➡️ HITL.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HITL em workflows é elegante. Workflow pausa em await signal — fica pausado por DIAS sem consumir recursos (não é thread dormindo; é estado persistido). Humano aprova (envia signal) → workflow acorda. Timeout: se ninguém aprova, caminho alternativo.</a:t>
            </a:r>
          </a:p>
          <a:p>
            <a:r>
              <a:t>💡 Analogia: email esperando resposta. Fica na caixa sem consumir recursos. Responde → processo continua.</a:t>
            </a:r>
          </a:p>
          <a:p>
            <a:r>
              <a:t>❓ 'Em quais ações exigiria HITL?'</a:t>
            </a:r>
          </a:p>
          <a:p>
            <a:r>
              <a:t>⚠️ HITL com polling (loop checando a cada segundo) consome recursos. Signals são event-driven.</a:t>
            </a:r>
          </a:p>
          <a:p>
            <a:r>
              <a:t>➡️ Replays.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Replay é superpotência. Workflow falhou? Não precisa reproduzir (caro). Replay: Temporal re-executa código do workflow usando resultados gravados das activities. Inspecione variáveis em cada linha. Time travel debugging.</a:t>
            </a:r>
          </a:p>
          <a:p>
            <a:r>
              <a:t>💡 Analogia: gravação de DVR. Pausa, volta, avança. Frames são results das activities.</a:t>
            </a:r>
          </a:p>
          <a:p>
            <a:r>
              <a:t>⚠️ Replay NÃO re-executa activities — usa resultados gravados. Instantâneo, gratuito.</a:t>
            </a:r>
          </a:p>
          <a:p>
            <a:r>
              <a:t>➡️ Armadilha: non-determinism.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Non-determinism é inimigo nº 1 do replay. Replay re-executa código esperando mesma sequência de activities. Se workflow usa datetime.now(), cada replay gera timestamp diferente — diverge — quebra.</a:t>
            </a:r>
          </a:p>
          <a:p>
            <a:r>
              <a:t>💡 Analogia: reassistir filme esperando mesmo final, mas alguém trocou roteiro.</a:t>
            </a:r>
          </a:p>
          <a:p>
            <a:r>
              <a:t>⚠️ Deployar nova versão sem versionar = replay quebra. Version via Task Queue.</a:t>
            </a:r>
          </a:p>
          <a:p>
            <a:r>
              <a:t>➡️ Regras práticas.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Regras simples. No workflow: APIs determinísticas (workflow.now, workflow.random, workflow.sleep). Nunca I/O direto. Em activities: tudo permitido (HTTP, DB, API).</a:t>
            </a:r>
          </a:p>
          <a:p>
            <a:r>
              <a:t>💡 Analogia: workflow é contrato (reproduzível). Activity é execução (efeitos reais).</a:t>
            </a:r>
          </a:p>
          <a:p>
            <a:r>
              <a:t>⚠️ 'datetime.now() só uma vez' = tem. No primeiro replay, quebra.</a:t>
            </a:r>
          </a:p>
          <a:p>
            <a:r>
              <a:t>➡️ DEMO Temporal.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Demo ao vivo. Workflow processa tickets em loop, chamando agente como activity. Na Temporal Web UI (localhost:8080). Ctrl+C no worker após alguns tickets. Workflow pausa. Reinicio worker — pega histórico, replay, continua do último ticket.</a:t>
            </a:r>
          </a:p>
          <a:p>
            <a:r>
              <a:t>💡 Analogia: desligar/religar computador durante compilação. Sem durable = recompila do zero. Com Temporal = continua do arquivo que parou.</a:t>
            </a:r>
          </a:p>
          <a:p>
            <a:r>
              <a:t>⚠️ Se demo falhar, vídeo/screenshot prontos. Demo é ponto alto.</a:t>
            </a:r>
          </a:p>
          <a:p>
            <a:r>
              <a:t>➡️ Pergunta da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Respostas: (1) Tool mudou → replay NÃO quebra (usa resultados gravados). Mas próxima execução após replay pode diferir. (2) Agente determinístico (mesmo input = mesma output) = mesma decisão. Se temp&gt;0, pode divergir — use temp=0 ou persista decisão como activity.</a:t>
            </a:r>
          </a:p>
          <a:p>
            <a:r>
              <a:t>💡 Analogia: reassistir filme. Atores não refilmam — gravação é replayed. Mas refazer a cena pode improvisar diferente.</a:t>
            </a:r>
          </a:p>
          <a:p>
            <a:r>
              <a:t>⚠️ Replay não re-executa tools. Usa resultados gravados.</a:t>
            </a:r>
          </a:p>
          <a:p>
            <a:r>
              <a:t>➡️ Exercício HITL.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Exercício em duplas. Esboçar: (1) agente gera email; (2) workflow pausa em await signal com timeout 24h; (3) aprovado → envia; (4) rejeitado → volta ao agente; (5) timeout → escalada. Ponto é pensar nas ramificações.</a:t>
            </a:r>
          </a:p>
          <a:p>
            <a:r>
              <a:t>💡 Analogia: processo de compra com aprovação do gerente. Aprova → segue. Rejeita → revisão. Sem resposta → escala.</a:t>
            </a:r>
          </a:p>
          <a:p>
            <a:r>
              <a:t>⚠️ Esquecer timeout = workflow pausado para sempre se humano ignorar.</a:t>
            </a:r>
          </a:p>
          <a:p>
            <a:r>
              <a:t>➡️ Patterns de resiliência.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Event-driven traz resiliência, MAS falhas acontecem. Patterns: retries, idempotência, saga, circuit breakers.</a:t>
            </a:r>
          </a:p>
          <a:p>
            <a:r>
              <a:t>➡️ Retries.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Retry é o pattern mais fundamental. Se chamada falha, tentar de novo. Mas retries ingênuos causam thundering herd (1000 clientes retentando = derruba servidor). Solução: backoff exponencial + jitter.</a:t>
            </a:r>
          </a:p>
          <a:p>
            <a:r>
              <a:t>💡 Analogia: ligar para alguém ocupado. Em vez de discar a cada segundo (piora), espere crescentemente. Jitter dessincroniza.</a:t>
            </a:r>
          </a:p>
          <a:p>
            <a:r>
              <a:t>⚠️ Retry sem backoff = thundering herd. Sempre backoff exponencial + jitter.</a:t>
            </a:r>
          </a:p>
          <a:p>
            <a:r>
              <a:t>➡️ Mas retry só é seguro se idempotente.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Idempotência é complemento essencial do retry. Se retenta, pode processar 2x. Se operação é 'enviar email', manda 2. Solução: chave de idempotência única. Antes de processar, verifique se key já foi. Se sim, retorne resultado anterior.</a:t>
            </a:r>
          </a:p>
          <a:p>
            <a:r>
              <a:t>💡 Analogia: carimbo 'PAGO' na fatura. Se tentar pagar de novo, carimbo impede. Key é o carimbo digital.</a:t>
            </a:r>
          </a:p>
          <a:p>
            <a:r>
              <a:t>❓ 'Quais das suas tools são idempotentes?'</a:t>
            </a:r>
          </a:p>
          <a:p>
            <a:r>
              <a:t>⚠️ 'Se não retento, não preciso idempotência' = errado. At-least-once pode duplicar sem retry seu.</a:t>
            </a:r>
          </a:p>
          <a:p>
            <a:r>
              <a:t>➡️ Caso concreto.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Caso concreto. send_email recebe idempotency_key (gerada pelo chamador). Antes de enviar, consulta DB. Se existe, retorna resultado anterior. Se não, envia, grava key+resultado. Resultado: mesmo com 10 retries, só 1 email enviado.</a:t>
            </a:r>
          </a:p>
          <a:p>
            <a:r>
              <a:t>💡 Analogia: cofre com código. Abre uma vez com aquele código. Tentar de novo não abre nada novo.</a:t>
            </a:r>
          </a:p>
          <a:p>
            <a:r>
              <a:t>⚠️ idempotency_key = hash do conteúdo = errado. Se conteúdo muda (timestamp), hash muda. Use keys estáveis (request_id, message_id).</a:t>
            </a:r>
          </a:p>
          <a:p>
            <a:r>
              <a:t>➡️ Transações distribuídas: saga.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Saga resolve transações distribuídas sem 2PC. Transações locais com compensação. Compensação NÃO é rollback — é ação reversa. Nem sempre perfeita (email enviado não 'desenvia').</a:t>
            </a:r>
          </a:p>
          <a:p>
            <a:r>
              <a:t>💡 Analogia: planejar festa. Buffet cancela? Cancela salão, devolve convites. Não é 'desfazer' — é reverter efeito. Alguns convidados já leram convite.</a:t>
            </a:r>
          </a:p>
          <a:p>
            <a:r>
              <a:t>⚠️ Saga não é rollback. Compensação é melhor esforço. Algumas operações não têm compensação perfeita.</a:t>
            </a:r>
          </a:p>
          <a:p>
            <a:r>
              <a:t>➡️ Caso concreto.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Caso clássico. (1) debita A, (2) credita B, (3) notifica. Se notifica falha: estorna B, devolve A. Usuário não notificado, mas dinheiro voltou. Orquestrada: orquestrador coordena. Coreografada: serviços reagem a eventos.</a:t>
            </a:r>
          </a:p>
          <a:p>
            <a:r>
              <a:t>💡 Analogia: devolução na loja. Não 'desfaz' compra — faz estorno. Dinheiro volta, transação original existe.</a:t>
            </a:r>
          </a:p>
          <a:p>
            <a:r>
              <a:t>❓ 'Qual compensação não é perfeita?' (notificação — email não 'desenvia')</a:t>
            </a:r>
          </a:p>
          <a:p>
            <a:r>
              <a:t>⚠️ Compensações também podem falhar. Saga precisa retry nas compensações.</a:t>
            </a:r>
          </a:p>
          <a:p>
            <a:r>
              <a:t>➡️ Circuit breaker.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Circuit breaker protege de falhas em cascata. CLOSED: normal. Após N falhas: OPEN (rejeita imediatamente). Cooldown: HALF-OPEN (1 teste). Sucesso: CLOSED. Falha: OPEN. Para agentes: se LLM down, breaker evita gastar tokens em chamadas que falham.</a:t>
            </a:r>
          </a:p>
          <a:p>
            <a:r>
              <a:t>💡 Analogia: disjuntor de casa. Sobrecarga → abre (corta energia). Não tenta ligar aparelhos. Reseta (HALF-OPEN) e se não há sobrecarga, volta (CLOSED).</a:t>
            </a:r>
          </a:p>
          <a:p>
            <a:r>
              <a:t>⚠️ Retry infinito sem breaker = desperdiça recursos e tokens se API realmente down.</a:t>
            </a:r>
          </a:p>
          <a:p>
            <a:r>
              <a:t>➡️ Composição de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Patterns se combinam. Retry+Idempotência: retry duplica, idempotência garante não-efeito. Saga+Idempotência: compensações idempotentes. Breaker+Retry: breaker para, retry recupera. Temporal oferece tudo embutido.</a:t>
            </a:r>
          </a:p>
          <a:p>
            <a:r>
              <a:t>💡 Analogia: equipamentos de segurança do carro. Cinto (idempotência), airbag (compensação), ABS (breaker). Juntos = máxima segurança.</a:t>
            </a:r>
          </a:p>
          <a:p>
            <a:r>
              <a:t>⚠️ Reinventar patterns que Temporal oferece é desperdício. Retry, timeout, idempotência — tudo configurável.</a:t>
            </a:r>
          </a:p>
          <a:p>
            <a:r>
              <a:t>➡️ Tópicos de produção.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fundamentos para produção. How colocar event-driven em escala.</a:t>
            </a:r>
          </a:p>
          <a:p>
            <a:r>
              <a:t>➡️ Debate mais quente: exactly-once.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Debate clássico. Exactly-once delivery é mito na presença de falhas (ACK pode falhar). Prática consagrada: at-least-once (pode duplicar) + idempotência (duplicar não causa efeito) = 'effectively once'. É assim que Kafka, NATS, Temporal funcionam.</a:t>
            </a:r>
          </a:p>
          <a:p>
            <a:r>
              <a:t>💡 Analogia: carteiro pode entregar carta 2x (at-least-once). Destinatário idempotente (arquiva por ID) = 'uma vez'. Exactly-once exigiria carteiro que nunca erra.</a:t>
            </a:r>
          </a:p>
          <a:p>
            <a:r>
              <a:t>❓ 'Exactly-once existe ou é mito?'</a:t>
            </a:r>
          </a:p>
          <a:p>
            <a:r>
              <a:t>⚠️ Perder tempo em exactly-once é desperdício. Idempotência é mais simples e robusta.</a:t>
            </a:r>
          </a:p>
          <a:p>
            <a:r>
              <a:t>➡️ Escalar consumidores.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Sharding é como Kafka escala. Partições divididas entre consumers do mesmo group. 100 partições, 10 consumers = cada um pega 10. Sharding por agent_id garante mesmo agente sempre no mesmo consumer (ordering). Para escalar, adicione partições.</a:t>
            </a:r>
          </a:p>
          <a:p>
            <a:r>
              <a:t>💡 Analogia: divisão de trabalho em fábrica. Cada operário cuida de um conjunto de máquinas. Mais operários = mais máquinas necessárias.</a:t>
            </a:r>
          </a:p>
          <a:p>
            <a:r>
              <a:t>⚠️ Adicionar consumers sem partições = ociosos.</a:t>
            </a:r>
          </a:p>
          <a:p>
            <a:r>
              <a:t>➡️ Observabilidade.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event-driven, request passa por múltiplos serviços. Sem distributed tracing, não sabe onde latência está. OpenTelemetry propaga Trace ID via headers — cada serviço cria spans filhos. Para agentes: tool call = span, agente = service.</a:t>
            </a:r>
          </a:p>
          <a:p>
            <a:r>
              <a:t>💡 Analogia: rastrear encomenda. Cada parada registrada com timestamp. Vê onde passou e quanto ficou.</a:t>
            </a:r>
          </a:p>
          <a:p>
            <a:r>
              <a:t>⚠️ Tracing por serviço sem propagation = traces fragmentados. Sempre propagar Trace ID.</a:t>
            </a:r>
          </a:p>
          <a:p>
            <a:r>
              <a:t>➡️ Custo.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Mensageria não é grátis. Infraestrutura, storage (logs retidos), network (replicação), operação (platform engineering). Para agentes: cada evento tem custo. 1M eventos/dia com retenção 7 dias = 7M armazenados. Mensure antes de escalar.</a:t>
            </a:r>
          </a:p>
          <a:p>
            <a:r>
              <a:t>💡 Analogia: armazém. Cada caixa (evento) ocupa espaço. Retenção longa = armazém grande = caro.</a:t>
            </a:r>
          </a:p>
          <a:p>
            <a:r>
              <a:t>⚠️ Retenção infinita 'por segurança' = disco enche, cluster cai.</a:t>
            </a:r>
          </a:p>
          <a:p>
            <a:r>
              <a:t>➡️ Quebrar mito.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Falso. Event-driven escala horizontalmente (mais consumers = mais throughput), MAS introduz overhead: latência de broker, complexidade, debugging distribuído. Para tarefas simples síncronas (responder chat), é overkill.</a:t>
            </a:r>
          </a:p>
          <a:p>
            <a:r>
              <a:t>💡 Analogia: 'caminhões são sempre melhores que carros'. Caminhão carrega mais, mas é lento, caro, difícil de estacionar. Para padaria, use carro.</a:t>
            </a:r>
          </a:p>
          <a:p>
            <a:r>
              <a:t>⚠️ Adotar event-driven para tudo 'porque escala' = over-engineering. Comece simples.</a:t>
            </a:r>
          </a:p>
          <a:p>
            <a:r>
              <a:t>➡️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Última seção. Exercício saga, boas práticas, anti-patterns, caso real, quiz, Q&amp;A.</a:t>
            </a:r>
          </a:p>
          <a:p>
            <a:r>
              <a:t>➡️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Exercício em duplas. Cada dupla escreve compensação para cada falha. Discutir quais não são perfeitas (notificação — email não 'desenvia'). Pedir 2 duplas compartilharem.</a:t>
            </a:r>
          </a:p>
          <a:p>
            <a:r>
              <a:t>💡 Analogia: planejar viagem. Voo cancela? Hotel cancela? Carro indisponível? Para cada, qual compensação?</a:t>
            </a:r>
          </a:p>
          <a:p>
            <a:r>
              <a:t>⚠️ Compensação sem considerar que também pode falhar = lacuna.</a:t>
            </a:r>
          </a:p>
          <a:p>
            <a:r>
              <a:t>➡️ Boas práticas.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7 boas práticas cumulativas. (1) at-least-once + idempotência é base. (2) chaves de partição preservam ordering. (3) I/O em activities. (4) DLQ desde dia 1. (5) Monitore lag/depth. (6) Circuit breakers. (7) Version eventos.</a:t>
            </a:r>
          </a:p>
          <a:p>
            <a:r>
              <a:t>💡 Analogia: checklist de pré-voo. Cada item evita classe de problema.</a:t>
            </a:r>
          </a:p>
          <a:p>
            <a:r>
              <a:t>⚠️ Esquecer DLQ = mensagens falhadas somem ou bloqueiam fila. Sempre defina.</a:t>
            </a:r>
          </a:p>
          <a:p>
            <a:r>
              <a:t>➡️ Anti-patterns.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8 anti-patterns comuns. (1) exactly-once sem idempotência = perda de tempo. (2) I/O no workflow = quebra replay. (3) Sem DLQ = somem. (4) Sem versioning = quebra consumers. (5) Ordering global em Kafka = não existe. (6) Sem monitoring de lag = atraso silencioso. (7) Airflow para tempo real = não foi feito. (8) Kafka quando RabbitMQ bastava = overkill.</a:t>
            </a:r>
          </a:p>
          <a:p>
            <a:r>
              <a:t>💡 Analogia: lista de 'não fazer na cozinha'. Cada item evita desastre.</a:t>
            </a:r>
          </a:p>
          <a:p>
            <a:r>
              <a:t>⚠️ 'Anti-patterns não acontecem comigo' = acontece com todo mundo na primeira vez.</a:t>
            </a:r>
          </a:p>
          <a:p>
            <a:r>
              <a:t>➡️ Caso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Caso real junta tudo. Ingestão via Kafka, classificação/extração como activities do Temporal, HITL para validação, saga se falha, circuit breaker no LLM, DLQ para irreparáveis, tracing. Cada pattern tem papel.</a:t>
            </a:r>
          </a:p>
          <a:p>
            <a:r>
              <a:t>💡 Analogia: fábrica de alimentos. Esteira (Kafka), classificador, extrator, inspetor (HITL), empacotador. Linha de reversão (saga), descarte controlado (DLQ).</a:t>
            </a:r>
          </a:p>
          <a:p>
            <a:r>
              <a:t>⚠️ 'Começo simples e adiciono resiliência depois' = refatoração cara. DLQ e breaker desde dia 1.</a:t>
            </a:r>
          </a:p>
          <a:p>
            <a:r>
              <a:t>➡️ Resumo.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6 pontos para lembrar: (1) event-driven traz desacoplamento/escala/resiliência com complexidade. (2) Kafka=log, RabbitMQ=routing, NATS=leveza. (3) Temporal=durable execution. (4) Resiliência é composição. (5) Exactly-once é mito; effectively once é prática. (6) Determinismo é regra de ouro.</a:t>
            </a:r>
          </a:p>
          <a:p>
            <a:r>
              <a:t>💡 Analogia: 6 mandamentos da cozinha. Seguir = prato sai bom.</a:t>
            </a:r>
          </a:p>
          <a:p>
            <a:r>
              <a:t>➡️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Checklist final. Se 6 itens marcados, aula cumpriu objetivos. Se algum não, indicar slides para revisar.</a:t>
            </a:r>
          </a:p>
          <a:p>
            <a:r>
              <a:t>➡️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B. Temporal é durable execution, HITL, orquestração. Kafka é mensageria. Não são mutuamente exclusivos. A é Kafka. C é NATS. D é irrelevante.</a:t>
            </a:r>
          </a:p>
          <a:p>
            <a:r>
              <a:t>➡️ Quiz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B. Mesma key = mesma partição = ordering. A é falso. C não ajuda (pode piorar sem key). D é trocar ferramenta.</a:t>
            </a:r>
          </a:p>
          <a:p>
            <a:r>
              <a:t>➡️ Quiz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B. Non-determinism quebra replay (sequência diverge do histórico). A é determinístico. C é uso correto. D é suportado.</a:t>
            </a:r>
          </a:p>
          <a:p>
            <a:r>
              <a:t>➡️ Quiz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B. At-least-once + idempotência = effectively once. É prática consagrada. A é impossível. C perde mensagens. D é caro/frágil.</a:t>
            </a:r>
          </a:p>
          <a:p>
            <a:r>
              <a:t>➡️ Quiz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B. Compensar: estornar B, devolver A. Usuário não notificado, mas dinheiro voltou. A = inconsistente. C = trava. D não é saga.</a:t>
            </a:r>
          </a:p>
          <a:p>
            <a:r>
              <a:t>➡️ Conexão.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ETHAGT11 conecta com ETHAGT12 (AgentOps — aprofunda tracing), ETHAGT14 (Escalabilidade — event-driven em larga escala) e ETHAGT90 (Projeto final). Base de hoje é usada em todos.</a:t>
            </a:r>
          </a:p>
          <a:p>
            <a:r>
              <a:t>➡️ Projeto e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Projeto é avaliação principal. Pipeline que sobrevive a falhas injetadas (chaos). Entrega inclui ADR. Critério: ≥2 falhas sem perda. Labs são preparatórios: Lab 1 (Kafka), Lab 2 (Temporal).</a:t>
            </a:r>
          </a:p>
          <a:p>
            <a:r>
              <a:t>💡 Analogia: teste de colisão de carro. Prove que sobrevive a 'colisões' sem 'ferir motorista' (perder dados).</a:t>
            </a:r>
          </a:p>
          <a:p>
            <a:r>
              <a:t>➡️ Leitura.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Obrigatórias: Temporal primer (durable execution profundo) e Kreps The Log (fundamento conceitual). Kafka: The Definitive Guide é referência canônica. Microsoft Cloud Design Patterns cobre saga/CQRS. CloudEvents é spec de padronização.</a:t>
            </a:r>
          </a:p>
          <a:p>
            <a:r>
              <a:t>➡️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Abrir Q&amp;A. Se não houver perguntas: 'Qual parte foi menos clara?'</a:t>
            </a:r>
          </a:p>
          <a:p>
            <a:r>
              <a:t>Mensagem final: 'Event-driven não é sobre Kafka ou Temporal — é sobre desacoplamento, resiliência e durabilidade. As ferramentas mudam; os princípios permanecem. Se entenderam os princípios, qualquer ferramenta será uma instanciação.'</a:t>
            </a:r>
          </a:p>
          <a:p>
            <a:r>
              <a:t>💡 Analogia final: 'Vocês aprenderam a cozinhar. Kafka, Temporal, RabbitMQ são as panelas. O prato depende do cozinheiro.'</a:t>
            </a:r>
          </a:p>
          <a:p>
            <a:r>
              <a:t>➡️ Fim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Event-Driven Agents &amp; Workflow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Especialização em Programação Agêntica</a:t>
            </a:r>
            <a:br/>
            <a:r>
              <a:t>Fase C — Orquestração &amp; Produção · 25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construir sistemas de agentes orientados a eventos com orquestração robusta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Diferenciar orquestração síncrona de event-driven assíncrona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Aplicar filas (Kafka, RabbitMQ, NATS) para coordenação de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Implementar durable execution (Temporal, Prefect) para workflows longos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Lidar com falhas, retries, idempotência, compensação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Avaliar escala, ordering, exactly-once vs at-least-once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Objetivos mensuráveis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76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Multi-Agent Systems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C4 Agent Memory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Avaliação → I (Intermediário)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e C2 atingem Avançado: arquitetar multi-agente orientado a eventos em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atinge Intermediário: tracing distribuído (aprofundamento em ETHAGT12)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Conectar ao Framework Etho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76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(8 min) — objetivos, motivação (crash no ticket 5.000),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Por que Event-Driven (9 min) — limites síncrono, paradigma, trade-offs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Mensageria (15 min) — Kafka, RabbitMQ, NATS, CQRS, saga, CloudEvents,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Workflows (10 min) — Temporal, Prefect, Airflow, decisão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(3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Durable Execution (12 min) — crashes, long-running, HITL, replays,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Resiliência &amp; Produção (12 min) — retries, idempotência, saga, circuit breakers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(18 min) — boas práticas, caso de estudo, quiz, projeto,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Roteiro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76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Crash no Ticket 5.000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agente processando 10.000 tickets de suporte em série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processo cai no ticket 5.000: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Sem durability: recomeça do ticket 1 (horas perdidas, custo desperdiçado)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Com durability: retoma do ticket 5.001 (zero perda)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Qual o pior crash que você já viu em produção?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Criar tensão — agentes síncronos perdem tudo em crash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76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Evolução para Event-Driven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Linha do tempo: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2011: Kafka na LinkedIn (processamento de logs em escala)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2016: Predecessores do Temporal (Cadence, SWF)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2019: Temporal open source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2023: Agentes de longa duração entram em pauta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2024: Durable execution para LLM agents amadurece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Confluência: agentes longos + custo de recomputação + necessidade de resiliência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Fundamento: Kreps 'The Log' · Padrão: CloudEvents (CNCF)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Confluência histórica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76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Por que Event-Driven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Limites da Orquestração Síncrona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Acoplamento temporal: caller e callee devem estar vivos ao mesmo tempo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Falta de resiliência: falha no meio = perda de progresso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Difícil escalar: bottleneck no orquestrador síncrono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de recomputação: cada retry recomeça do zero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agente que processa 10 tools em série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se cai na tool 7, perde tudo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Onde síncrono quebra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76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que é Event-Driven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Componentes se comunicam via eventos (mensagens assíncronas)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Produtor publica → broker roteia → consumidor processa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Desacoplamento temporal: não precisam coincidir no tempo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Desacoplamento espacial: não precisam se conhecer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Evento = fato que ocorreu (passado), não comando (futuro)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'PedidoCriado' (evento) vs 'CriarPedido' (comando)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Definir paradigma event-driven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76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Benefícios do Event-Driven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Desacoplamento: componentes evoluem independentemente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Escala horizontal: consumidores paralelos por partição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Resiliência: broker persiste eventos; consumers recuperam do offset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Replay: reprocessar histórico de eventos (corrigir bugs retroativamente)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Backpressure natural: consumer puxa no seu ritmo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Ganhos concretos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76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Trade-offs do Event-Driven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Complexidade: mais componentes móveis (broker, consumers, DLQ)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Eventual consistency: estado converge apenas após processar eventos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Debugging distribuído: trace espalhado por serviços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Ordering: ordem global é cara ou impossível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'Event-driven não é grátis — é uma troca consciente'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Honestidade sobre o preço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76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Síncrono vs Assíncrono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Síncrono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Latência: baixa (ms)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Acoplamento: alto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Resiliência: frágil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Escala: vertical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Complexidade: baixa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Consistência: imediata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Assíncrono (Event-Driven)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Latência: alta (segundos+)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Acoplamento: baixo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Resiliência: resiliente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Escala: horizontal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Complexidade: alta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Consistência: eventual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Quando cada paradigma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76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Síncrono ou Assíncrono?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cenário, vote: Síncrono (S) ou Assíncrono (A)?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Responder pergunta do usuário em chat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Processar 10.000 documentos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Buscar em RAG e responder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Coordenar 3 agentes em pipeline longo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Gabarito: 1-S, 2-A, 3-S(timeout), 4-A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Votação rápida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76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Mensageria: Kafka, RabbitMQ, NATS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Log como Abstração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'O Log' (Kreps, LinkedIn) — append-only, ordenado, imutável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Tópico = log particionado; cada partição é uma sequência ordenada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Consumer mantém offset (posição no log)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Replay: voltar o offset e reprocessar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Kreps, 'The Log' (LinkedIn Engineering)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Conceito fundacional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15 / 76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Kafka: Arquitetura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Topic → N partitions → cada partition é um log imutável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Producer escreve em partition (por key ou round-robin)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Consumer Group: um consumer por partition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Replicação: leader + followers por partition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Retenção por tempo ou tamanho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Anatomia do Kafka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76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Kafka: Particionamento e Ordering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Ordering garantido DENTRO de uma partição, não global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Key = agent_id → mesmo agente → mesma partição → ordering preservado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key → round-robin → sem ordering garantido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garantir? hash(key) % num_partitions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Como garantir ordering de mensagens do mesmo agente?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Ordering por partição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17 / 76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Kafka: Consumer Groups e Escala Horizontal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Consumer Group: conjunto de consumers que dividem as partições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 consumer por partição dentro do grupo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Adicionar consumers → rebalanceamento → mais paralelismo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Limite: # consumers ≤ # partições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Offset commit: at-least-once (após processar) vs at-most-once (antes)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Escala horizontal de consumers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76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RabbitMQ: Filas, Exchanges,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Exchange → binding → queue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Tipos de exchange: direct, topic, fanout, headers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Routing rico: mensagens vão para filas baseadas em routing key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ACK manual: consumer ack após processar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Dead letter exchange para mensagens que falham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Modelo AMQP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76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NATS: JetStream, Leveza,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NATS: mensagem simples, baixíssima latência, single binary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JetStream: persistência, streams, consumers duráveis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Modelos: at-least-once, exactly-once (com dedup window)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Ideal para edge, IoT, sistemas embarcados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Throughput: NATS &gt; RabbitMQ &gt; Kafka (mensagens pequenas)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Alternativa leve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76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Kafka vs RabbitMQ vs NATS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Kafka (Log)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Ordering: por partição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Retenção: dias (configurável)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Throughput: altíssimo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Latência: média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Complexidade: alta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Melhor para: volume + replay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RabbitMQ / NATS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RabbitMQ: routing rico, baixa latência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RabbitMQ: ACK-based, médio throughput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NATS: baixíssima latência, single binary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NATS: stream-based, simplicidade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Melhor routing: RabbitMQ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Melhor leveza: NATS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Trade-offs lado a lado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76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Usar Cada 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Kafka: volume altíssimo, replay necessário, log de eventos, event sourcing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RabbitMQ: routing complexo, filas de trabalho, request/reply, legados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NATS: baixa latência, edge, simplicidade operacional, mensagens pequenas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comece com o mais simples que resolve; Kafka é overkill para muitos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Critério de escolha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76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Padrão: CQRS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Command Query Responsibility Segregation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Write side (commands) → eventos → read side (queries) → views materializadas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agentes: comandos geram eventos; agentes de consulta leem views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Microsoft Cloud Design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Separação comando/consulta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76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Padrão: Saga (Visão Geral)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Saga: sequência de transações locais com compensação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passo N falha, executam compensações dos passos 1..N-1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Dois estilos: orquestrada (central) vs coreografada (eventos)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Aprofundamento na Seção F (Slide 51)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Transação compensatória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76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CloudEvents: Padronização de Eventos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CloudEvents: spec CNCF para descrição de eventos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Campos: id, source, type, specversion, time, data, subject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Interoperabilidade: mesmo formato entre Kafka, RabbitMQ, NATS, HTTP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agentes: tool outputs como CloudEvents padroniza observabilidade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Padrão CNCF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DEMO: Agente com Kafka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Referência: 05-Labs/ETHAGT11/Lab1-Agente-Kafka</a:t>
            </a:r>
            <a:br/>
            <a:br/>
            <a:r>
              <a:t># Agente A publica tarefa</a:t>
            </a:r>
            <a:br/>
            <a:r>
              <a:t>producer.produce('agent-tasks',</a:t>
            </a:r>
            <a:br/>
            <a:r>
              <a:t>    key=agent_id,           # ordering por key</a:t>
            </a:r>
            <a:br/>
            <a:r>
              <a:t>    value=json.dumps(task))</a:t>
            </a:r>
            <a:br/>
            <a:br/>
            <a:r>
              <a:t># Agente B consome</a:t>
            </a:r>
            <a:br/>
            <a:r>
              <a:t>def consume(msg):</a:t>
            </a:r>
            <a:br/>
            <a:r>
              <a:t>    result = agent.process(msg.value())</a:t>
            </a:r>
            <a:br/>
            <a:r>
              <a:t>    producer.produce('agent-results',</a:t>
            </a:r>
            <a:br/>
            <a:r>
              <a:t>        key=msg.key(),</a:t>
            </a:r>
            <a:br/>
            <a:r>
              <a:t>        value=json.dumps(result))</a:t>
            </a:r>
            <a:br/>
            <a:r>
              <a:t>    consumer.commit(msg)    # at-least-once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 ao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76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Discutam 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O que acontece se Agente B processar duas vezes a mesma mensagem?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Como garantir que o resultado não seja duplicado?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idempotência (chaves de idempotência)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At-least-once delivery exige consumidor idempotente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Discussão em duplas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76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Orquestração de Workflows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Workflow Engine vs Agentes que Decidem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Workflow engine: passos predefinidos, determinísticos, duráveis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que decide: rota dinâmica, flexível, menos previsível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Híbrido: agente decide dentro de activity; workflow garante durability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Você orquestra via código ou via agente supervisor?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São complementares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76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Temporal: Conceitos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Workflow: função que descreve a lógica (determinística, sem I/O direto)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Activity: unidade de trabalho (chamada de API, tool, I/O)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Worker: processo que executa workflows e activities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Temporal Server: armazena estado e histórico de execução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Task Queue: workflow/activity tasks esperando workers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Workflow, Activity, Worker,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76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Temporal: Durable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Estado da execução é persistido a cada step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o worker cai, outro worker retoma do último step completado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há perda de progresso — o histórico é a fonte de verdade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Replay: re-executar o workflow usando o histórico gravado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Temporal Durable Execution primer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 conceito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76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Temporal: Código como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import temporalio.workflow as wf</a:t>
            </a:r>
            <a:br/>
            <a:br/>
            <a:r>
              <a:t>@wf.workflow</a:t>
            </a:r>
            <a:br/>
            <a:r>
              <a:t>class ProcessTicketsWorkflow:</a:t>
            </a:r>
            <a:br/>
            <a:r>
              <a:t>    async def run(self, tickets: list):</a:t>
            </a:r>
            <a:br/>
            <a:r>
              <a:t>        for ticket in tickets:</a:t>
            </a:r>
            <a:br/>
            <a:r>
              <a:t>            # activity = checkpoint automático</a:t>
            </a:r>
            <a:br/>
            <a:r>
              <a:t>            result = await wf.execute_activity(</a:t>
            </a:r>
            <a:br/>
            <a:r>
              <a:t>                process_ticket, ticket,</a:t>
            </a:r>
            <a:br/>
            <a:r>
              <a:t>                retry_policy=RetryPolicy(</a:t>
            </a:r>
            <a:br/>
            <a:r>
              <a:t>                    maximum_attempts=5))</a:t>
            </a:r>
            <a:br/>
            <a:br/>
            <a:r>
              <a:t>        # timer durável (sobrevive a restart)</a:t>
            </a:r>
            <a:br/>
            <a:r>
              <a:t>        await wf.sleep(seconds=3600)</a:t>
            </a:r>
            <a:br/>
            <a:br/>
            <a:r>
              <a:t>        # signal: HITL</a:t>
            </a:r>
            <a:br/>
            <a:r>
              <a:t>        await wf.wait_condition(...)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Workflow é código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76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Prefect: Python Puro, Mais Simples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prefect import flow, task</a:t>
            </a:r>
            <a:br/>
            <a:br/>
            <a:r>
              <a:t>@task(retries=3, retry_delay_seconds=60)</a:t>
            </a:r>
            <a:br/>
            <a:r>
              <a:t>def process_ticket(ticket):</a:t>
            </a:r>
            <a:br/>
            <a:r>
              <a:t>    return agent.process(ticket)</a:t>
            </a:r>
            <a:br/>
            <a:br/>
            <a:r>
              <a:t>@flow</a:t>
            </a:r>
            <a:br/>
            <a:r>
              <a:t>def process_tickets(tickets):</a:t>
            </a:r>
            <a:br/>
            <a:r>
              <a:t>    for t in tickets:</a:t>
            </a:r>
            <a:br/>
            <a:r>
              <a:t>        process_ticket(t)</a:t>
            </a:r>
            <a:br/>
            <a:br/>
            <a:r>
              <a:t># Menos verboso que Temporal</a:t>
            </a:r>
            <a:br/>
            <a:r>
              <a:t># Menos durável: estado no Prefect server</a:t>
            </a:r>
            <a:br/>
            <a:r>
              <a:t># Bom para data pipelines e protótipos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Alternativa simples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76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Airflow: Agendamento vs Orquestração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Airflow: DAGs agendadas (batch, cron-like)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é orquestração em tempo real nem durable execution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Ótimo para ETL e pipelines de dados agendados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agentes de longa duração com HITL: Temporal é mais adequado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Posicionamento correto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76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Temporal vs Prefect vs Airflow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Temporal (Durabilidade Máxima)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Durable execution: máximo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HITL: nativo (signals)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Timers duráveis: sim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Replay/debug: sim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Complexidade: média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Para: agentes longos, HITL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Prefect / Airflow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Prefect: durabilidade média, simplicidade alta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Prefect: HITL limitado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Airflow: durabilidade baixa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Airflow: agendamento batch excelente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Airflow: sem HITL real-time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Para: ETL, protótipos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Trade-offs sistematizados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76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Código vs Agente Supervisor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Workflow engine (Temporal): passos previsíveis, determinismo, auditoria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supervisor: rota dinâmica, decisões contextuais, flexibilidade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Híbrido: agente dentro de activity Temporal — flexibilidade + durability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orquestração determinística no workflow; decisões inteligentes no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Decisão arquitetural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76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Durable Execution para Agentes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Sobreviver a Crashes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Estado persistido a cada step (não a cada minuto — a cada chamada)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Kill do processo → novo worker pega histórico → replay → continua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durability = recomeça do zero; com durability = retoma do checkpoint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agentes: cada tool call é um activity → checkpoint automático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Checkpoint a cada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76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Long-Running Agents (horas, dias)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tradicional: segundos a minutos (context window limita)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durável: horas, dias, semanas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Padrão: workflow chama agente em loop, persistindo estado entre iterações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Casos: pesquisa longitudinal, monitoramento contínuo, processamento em massa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Cuidado: custo acumulado de tokens — orçamento por execução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Expandir horizonte de duração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76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Human-in-the-Loop via Timers e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Signal: mensagem externa entregue ao workflow em execução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Timer: workflow.sleep(dias) — pausa durável, não consome recursos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 HITL: workflow pausa em await signal → humano aprova → continua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Timeout: se humano não responde em X → caminho alternativo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agentes: agente propõe → workflow pausa → humano aprova → executa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Pausa durável sem consumo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40 / 76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Replays e Debug Temporal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Replay: re-executar workflow usando histórico gravado (sem re-executar activities)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Debug temporal: voltar no tempo, inspecionar estado em qualquer step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'Time travel debugging' — ver o que o agente decidiu em cada ponto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Ferramenta: Temporal Web UI mostra histórico completo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Time travel debugging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76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Problema do Non-Determinism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Replay pressupõe que o workflow re-executa de forma idêntica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Non-determinism quebra o replay: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datetime.now() → valor diferente a cada replay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random() → resultado diferente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I/O direto → estado externo mudou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Código alterado entre execução e replay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Solução: todo I/O e não-determinismo vão em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 armadilha do replay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76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Determinismo em Código de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✗ Quebrado (non-determinístico):</a:t>
            </a:r>
            <a:br/>
            <a:r>
              <a:t>  now = datetime.now()      # NON-DETERMINISTIC</a:t>
            </a:r>
            <a:br/>
            <a:r>
              <a:t>  time.sleep(5)              # BLOQUEIA, não durable</a:t>
            </a:r>
            <a:br/>
            <a:r>
              <a:t>  result = requests.get(...)  # I/O direto</a:t>
            </a:r>
            <a:br/>
            <a:br/>
            <a:r>
              <a:t>✓ Correto (determinístico):</a:t>
            </a:r>
            <a:br/>
            <a:r>
              <a:t>  now = workflow.now()       # seeded do histórico</a:t>
            </a:r>
            <a:br/>
            <a:r>
              <a:t>  await workflow.sleep(5)    # durable</a:t>
            </a:r>
            <a:br/>
            <a:r>
              <a:t>  result = await workflow.execute_activity(</a:t>
            </a:r>
            <a:br/>
            <a:r>
              <a:t>      fetch_data)            # I/O em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Regras de determinismo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76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DEMO: Workflow Durável em Temporal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Referência: 05-Labs/ETHAGT11/Lab2-Workflow-Temporal</a:t>
            </a:r>
            <a:br/>
            <a:br/>
            <a:r>
              <a:t>1. Iniciar workflow:</a:t>
            </a:r>
            <a:br/>
            <a:r>
              <a:t>   temporal workflow start --task-queue agents \</a:t>
            </a:r>
            <a:br/>
            <a:r>
              <a:t>     --type ProcessTicketsWorkflow</a:t>
            </a:r>
            <a:br/>
            <a:br/>
            <a:r>
              <a:t>2. Worker processando tickets...</a:t>
            </a:r>
            <a:br/>
            <a:r>
              <a:t>3. Ctrl+C (kill do worker)</a:t>
            </a:r>
            <a:br/>
            <a:br/>
            <a:r>
              <a:t>4. Reiniciar worker:</a:t>
            </a:r>
            <a:br/>
            <a:r>
              <a:t>   → Temporal faz replay do histórico</a:t>
            </a:r>
            <a:br/>
            <a:r>
              <a:t>   → Retoma do último ticket completado</a:t>
            </a:r>
            <a:br/>
            <a:r>
              <a:t>   → ZERO perda de progresso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 ao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76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aberta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Replay: se uma tool externa mudou de comportamento, o replay quebra?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O que acontece se o agente tomar decisão diferente no replay?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Replay NÃO re-executa activities — usa resultados gravados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Se agente é determinístico (temp=0), reproduz mesma decisão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Discussão aberta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76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HITL com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agente propõe enviar email para cliente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duplas, esboçar o workflow: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Signal de aprovação (humano aprova/rejeita)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Timeout de 24h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O que acontece se humano rejeitar? E se não responder?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 min discussão, 1 min compartilhar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 em duplas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76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Patterns de Resiliência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Retries com Backoff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Retry simples: tentar N vezes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Backoff exponencial: 1s → 2s → 4s → 8s → 16s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Jitter: aleatoriedade para evitar thundering herd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Limite de tentativas + circuit breaker quando excedido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agentes: retry em tool calls com timeout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Temporal oferece retry com backoff embutido (RetryPolicy)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Backoff exponencial + jitter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76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Idempotência (Chaves de Idempotência)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At-least-once delivery: mensagens podem chegar mais de uma vez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Idempotência: processar 2x = processar 1x (mesmo resultado)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Chave de idempotência: ID único por operação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Antes de processar: verificar se já processou aquela chave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Armazenar chaves processadas (Redis, DB)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Complemento essencial do retry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76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Idempotência: Tool 'Enviar Email'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async def send_email(to, subject, body, idempotency_key):</a:t>
            </a:r>
            <a:br/>
            <a:r>
              <a:t>    # Verificar se já processou</a:t>
            </a:r>
            <a:br/>
            <a:r>
              <a:t>    existing = await db.find(</a:t>
            </a:r>
            <a:br/>
            <a:r>
              <a:t>        'sent_emails',</a:t>
            </a:r>
            <a:br/>
            <a:r>
              <a:t>        key=idempotency_key)</a:t>
            </a:r>
            <a:br/>
            <a:br/>
            <a:r>
              <a:t>    if existing:</a:t>
            </a:r>
            <a:br/>
            <a:r>
              <a:t>        return existing.result  # não reenvia</a:t>
            </a:r>
            <a:br/>
            <a:br/>
            <a:r>
              <a:t>    # Processar e gravar</a:t>
            </a:r>
            <a:br/>
            <a:r>
              <a:t>    result = await email_provider.send(</a:t>
            </a:r>
            <a:br/>
            <a:r>
              <a:t>        to, subject, body)</a:t>
            </a:r>
            <a:br/>
            <a:r>
              <a:t>    await db.insert('sent_emails', {</a:t>
            </a:r>
            <a:br/>
            <a:r>
              <a:t>        'key': idempotency_key,</a:t>
            </a:r>
            <a:br/>
            <a:r>
              <a:t>        'result': result})</a:t>
            </a:r>
            <a:br/>
            <a:r>
              <a:t>    return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Caso concreto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76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Compensação: Saga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Saga: sequência de transações locais com compensação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Passo 1 (execute) → Passo 2 (execute) → Passo 3 (FALHA)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Compensar Passo 2 → Compensar Passo 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é rollback — é ação reversa (nem sempre perfeita)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Dois estilos: orquestrada (central) vs coreografada (eventos)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Transação compensatória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76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Saga: Transferência entre Contas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Transferência: debita A → credita B → notifica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'notifica' falha: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Compensar 'credita B' (estorna) → compensar 'debita A' (devolve)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Saga orquestrada: orquestrador coordena passos e compensações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Saga coreografada: cada serviço publica evento e reage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Caso de transferência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52 / 76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Circuit Breakers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Estados: CLOSED (normal) → OPEN (falhando, rejeita) → HALF-OPEN (testa)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Após N falhas consecutivas: OPEN (para de chamar a tool)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Após timeout: HALF-OPEN (permite 1 tentativa)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sucesso: CLOSED; se falha: OPEN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agentes: se tool de API está down, breaker evita desperdício de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Proteger de falhas em cascata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76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Composição de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Retry + Idempotência: retry é seguro porque idempotência garante não-duplicação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Saga + Idempotência: compensações são idempotentes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Circuit Breaker + Retry: breaker protege; retry recupera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Durable Execution + tudo: Temporal oferece retry, timeout, idempotência embutidos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não reinvente — Temporal já tem a maioria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Patterns se combinam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76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Produção: Ordering, Escala, Observabilidade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Exactly-once vs At-least-once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At-least-once: mensagem pode chegar 1+ vezes (default Kafka)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At-most-once: mensagem pode se perder (fire and forget)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Exactly-once: cada mensagem processada exatamente 1 vez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Realidade: exactly-once verdadeiro não existe na presença de falhas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Prática: at-least-once + idempotência = 'effectively once'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Exactly-once existe de verdade ou é mito?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Desconstruir o mito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56 / 76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Sharding de Consumidores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Consumer Group: partições divididas entre consumers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Sharding por chave: agent_id → partition → consumer dedicado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Adicionar consumers → rebalanceamento automático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Limite: # consumers ativos ≤ # partições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agentes: cada shard processa um conjunto de 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Escala horizontal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76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Distributed Tracing em Pipelines de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event-driven: trace espalhado por producer, broker, consumer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OpenTelemetry: spans distribuídos com context propagation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Trace ID propagado via headers de mensagem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agentes: cada tool call = span; cada agente = service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Aprofundamento em ETHAGT12 (AgentOps)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Observabilidade distribuída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58 / 76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Custo da Mensageria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Infraestrutura: brokers, ZooKeeper/KRaft, monitoramento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Storage: retenção de logs consome disco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Network: replicação entre datacenters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Operação: equipe de platform engineering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agentes: cada evento tem custo de storage + processamento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mensure custo por evento antes de escalar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Mensageria não é grátis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76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V/F: Event-driven é sempre mais escalável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Verdadeiro ou Falso: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'Event-driven é sempre mais escalável'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FALSO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Event-driven escala horizontalmente, mas introduz overhead: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de broker, complexidade de debugging, custo operacional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tarefas simples e síncronas, não compensa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Quebrar mito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60 / 76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Fechamento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Saga Compensatória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transferência entre contas (debita A → credita B → notifica)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duplas, escrever a compensação para cada passo falhar: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Se 'debita A' falha →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Se 'credita B' falha →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Se 'notifica' falha →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Quais compensações não são perfeitas?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min discussão, 2 min apresentar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Saga em duplas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62 / 76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Boas Práticas (DO)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Comece com at-least-once + idempotência (não persiga exactly-once)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Use chaves de partição para preservar ordering por entidade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Coloque I/O em activities; mantenha workflows determinísticos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Defina DLQ (dead letter queue) desde o dia 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Monitore lag de consumer (Kafka) / depth de fila (RabbitMQ)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Use circuit breakers em tools externas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Version seus eventos (schema registry)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Checklist verde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63 / 76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Anti-Patterns (DON'T)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Perseguir exactly-once sem idempotência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I/O direto em código de workflow (non-determinism)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DLQ (mensagens falhadas somem)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schema versioning (quebra consumidores ao evoluir)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Ordering global esperado em Kafka (só existe por partição)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monitoring de lag (consumer atrasa silenciosamente)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Usar Airflow para orquestração em tempo real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Começar com Kafka quando RabbitMQ bastava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Checklist vermelho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64 / 76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de Estudo: Processamento de Documentos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Pipeline: ingestão (Kafka) → classificação (agente) → extração (agente) → validação (HITL) → publicação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Temporal orquestra; agentes são activities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Saga compensatória se validação falha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Circuit breaker no agente de extração (API de LLM)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DLQ para documentos irreparáveis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Distributed tracing via OpenTelemetry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event-driven + durable execution + resiliência = produção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Todos os patterns em um caso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65 / 76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Event-driven = desacoplamento, escala, resiliência (com complexidade)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Mensageria: Kafka (log/volume), RabbitMQ (routing), NATS (leveza)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Temporal = durable execution: sobreviver a crashes, long-running, HITL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Resiliência: retry + idempotência + saga + circuit breaker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Produção: at-least-once + idempotência = 'effectively once'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Determinismo é a regra de ouro do replay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6 pontos-chave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66 / 76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Checklist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Diferenciou síncrono de event-driven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Comparou Kafka, RabbitMQ e NATS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Explicou durable execution e Temporal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Implementou retries e idempotência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Escreveu uma saga compensatória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Discutiu exactly-once vs at-least-once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Confirmar cobertura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67 / 76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1: Temporal vs Kafka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'Quando Temporal é preferível a Kafka puro?'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Quando você precisa de máximo throughput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Quando você precisa de durable execution, HITL e orquestração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Quando você quer o broker mais leve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Quando você não precisa de ordering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múltipla escolha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68 / 76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2: Ordering no Kafka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'Em Kafka, como garantir ordering de mensagens do mesmo agente?'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Usar ordering global (não existe)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Usar a mesma chave de partição (agent_id)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Aumentar o número de partições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Usar RabbitMQ no lugar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múltipla escolha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69 / 76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3: Non-Determinism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'O que quebra um replay no Temporal?'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Usar workflow.sleep() no workflow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Non-determinism (I/O direto, datetime.now(), random)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Chamar activities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Usar signals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múltipla escolha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70 / 76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4: Effectively Once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'Qual é a estratégia prática para effectively once?'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Implementar exactly-once delivery no broker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At-least-once delivery + idempotência no consumidor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At-most-once + retry infinito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Usar transações distribuídas (2PC)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múltipla escolha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71 / 76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5: Saga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'Em uma saga de transferência, se notificar falha, o que se faz?'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Nada — a transferência já foi feita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Compensar passos anteriores (estornar crédito e débito)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Retentar infinitamente até notificar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Cancelar via 2PC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múltipla escolha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72 / 76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Conexão com Próximos 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ETHAGT12 — AgentOps: observabilidade + avaliação (aprofunda tracing)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ETHAGT14 — Escalabilidade: event-driven em produção em larga escala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ETHAGT90 — Projeto final: pipeline event-driven como componente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Mapa da especialização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73 / 76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Projeto do Módulo e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Projeto: pipeline event-driven para tickets em massa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Durable execution, retries e compensação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Entrega: código + ADR + análise de falhas injetadas (chaos)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Critério: sobrevive a ≥2 falhas injetadas sem perda de dados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1 (4h): 'Agente com Kafka' — dois agentes coordenados via tópicos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2 (5h): 'Workflow durável em Temporal' — agente sobrevivendo a 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Avaliação +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74 / 76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Leitura Recomendada e Referências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Obrigatório: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Temporal.io Durable Execution primer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Kreps, The Log (LinkedIn Engineering)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Narkhede et al., Kafka: The Definitive Guide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Microsoft Cloud Design Patterns (saga, CQRS)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Complementar: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CloudEvents spec (CNCF); NATS docs; RabbitMQ docs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Vídeo: Temporal Durable Execution talks (YouTube)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Leitura obrigatória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75 / 76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ETHAGT11 — Event-Driven Agents &amp; Workflow Orchestration</a:t>
            </a:r>
            <a:br/>
            <a:r>
              <a:t>Próxima aula: ETHAGT12 — AgentOps: Observabilidade &amp;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Universidade Etho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