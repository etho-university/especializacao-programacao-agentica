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Esta aula separa quem brinca de agentes de quem opera agentes em produção. Cobrimos observar (traces), medir (métricas), avaliar (evals) e iterar (CI).</a:t>
            </a:r>
          </a:p>
          <a:p>
            <a:r>
              <a:t>💡 Analogia: ter um painel com velocímetro, combustível e temperatura.</a:t>
            </a:r>
          </a:p>
          <a:p>
            <a:r>
              <a:t>❓ 'Quem já deployou agente sem saber se estava melhor ou pior?'</a:t>
            </a:r>
          </a:p>
          <a:p>
            <a:r>
              <a:t>⚠️ AgentOps é mais que logs — é observar, medir, avaliar, iterar.</a:t>
            </a:r>
          </a:p>
          <a:p>
            <a:r>
              <a:t>➡️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Objetivos mensuráveis: implementar, construir, aplicar, operar, reportar. Vamos revisar no Slide 70.</a:t>
            </a:r>
          </a:p>
          <a:p>
            <a:r>
              <a:t>❓ 'Qual objetivo é mais desafiador no trabalho de vocês?' (geralmente #2 ou #4)</a:t>
            </a:r>
          </a:p>
          <a:p>
            <a:r>
              <a:t>⚠️ LLM-as-judge não é plug-and-play — tem vieses. Cobrimos na Seção D.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Framework Etho: 6 competências em 3 níveis. ETHAGT12 atinge A em duas competências críticas (C1 e C5).</a:t>
            </a:r>
          </a:p>
          <a:p>
            <a:r>
              <a:t>💡 Analogia: sair de motorista amador para piloto com telemetria.</a:t>
            </a:r>
          </a:p>
          <a:p>
            <a:r>
              <a:t>⚠️ 'Avaliação' não é quiz — é rigor experimental aplicado.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observabilidade (base). Segundo: avaliação e melhoria.</a:t>
            </a:r>
          </a:p>
          <a:p>
            <a:r>
              <a:t>⚠️ Alunos atrasados perdem o Slide 5 (motivação) — define o tom.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Slide mais importante da abertura. Aconteceu com todo mundo. Você testa 5 casos, faz deploy, retenção cai. Sem observabilidade e eval, você está cego.</a:t>
            </a:r>
          </a:p>
          <a:p>
            <a:r>
              <a:t>💡 Analogia: aprovar remédio testando em 5 pessoas. Funcionou — mas e nos outros 9995?</a:t>
            </a:r>
          </a:p>
          <a:p>
            <a:r>
              <a:t>❓ Silêncio da turma é o gancho da aula.</a:t>
            </a:r>
          </a:p>
          <a:p>
            <a:r>
              <a:t>⚠️ 'Testar mais 10' não resolve. Precisa de observabilidade + eval sistemática.</a:t>
            </a:r>
          </a:p>
          <a:p>
            <a:r>
              <a:t>➡️ Por que AgentOps agora?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LLMOps cobre treinar, deployar, monitorar modelo. AgentOps cobre isso + comportamento emergente: tools, loops, estado, ambiente. É uma camada a mais.</a:t>
            </a:r>
          </a:p>
          <a:p>
            <a:r>
              <a:t>💡 Analogia: monitorar servidor web (LLMOps) vs sistema distribuído com microserviços (AgentOps).</a:t>
            </a:r>
          </a:p>
          <a:p>
            <a:r>
              <a:t>➡️ Por que agentes são difíceis de avaliar?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entender o problema antes das soluções.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código, f(2)=4 sempre. Em agente, f('reserve voo') pode dar 10 caminhos. Variância se acumula em N steps.</a:t>
            </a:r>
          </a:p>
          <a:p>
            <a:r>
              <a:t>💡 Analogia: jogar moeda 10x em sequência — mesmo começando igual, caminhos diferentes.</a:t>
            </a:r>
          </a:p>
          <a:p>
            <a:r>
              <a:t>❓ Todos concordam.</a:t>
            </a:r>
          </a:p>
          <a:p>
            <a:r>
              <a:t>⚠️ Eval com 1 run se surpreende com variância. Sempre média + desvio.</a:t>
            </a:r>
          </a:p>
          <a:p>
            <a:r>
              <a:t>➡️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código você mocka dependências. Em agente, mockar tools perde realismo. Use sandbox com fixtures.</a:t>
            </a:r>
          </a:p>
          <a:p>
            <a:r>
              <a:t>💡 Analogia: piloto de F1. Simulador (previsível, irreal) vs pista molhada (real, caótico). Precisa de ambos.</a:t>
            </a:r>
          </a:p>
          <a:p>
            <a:r>
              <a:t>⚠️ Eval em produção direto gera custo e variância alta.</a:t>
            </a:r>
          </a:p>
          <a:p>
            <a:r>
              <a:t>➡️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Diferente de testes unitários (gratuitos), cada execução de agente custa tokens. Estratégia importa.</a:t>
            </a:r>
          </a:p>
          <a:p>
            <a:r>
              <a:t>💡 Analogia: pesquisa de mercado. Comece com 30, valide questionário, depois expanda.</a:t>
            </a:r>
          </a:p>
          <a:p>
            <a:r>
              <a:t>❓ 'Qual o orçamento de eval de vocês hoje?' (geralmente zero)</a:t>
            </a:r>
          </a:p>
          <a:p>
            <a:r>
              <a:t>⚠️ Eval completo a cada commit custa caro e demora. Subconjunto no CI; completo noturno.</a:t>
            </a:r>
          </a:p>
          <a:p>
            <a:r>
              <a:t>➡️ Falácias.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falácias = causa #1 de agentes que parecem funcionar mas falham. Cada uma é armadilha.</a:t>
            </a:r>
          </a:p>
          <a:p>
            <a:r>
              <a:t>💡 Analogia: dirigir bêbado e chegar em casa. 'Funcionou!' Desta vez. Na próxima você bate.</a:t>
            </a:r>
          </a:p>
          <a:p>
            <a:r>
              <a:t>❓ Todos já cometemos.</a:t>
            </a:r>
          </a:p>
          <a:p>
            <a:r>
              <a:t>⚠️ 'Funcionou uma vez' é sorte, não validação.</a:t>
            </a:r>
          </a:p>
          <a:p>
            <a:r>
              <a:t>➡️ Pontual vs contínua.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Tudo muda em agentes: modelo do provedor atualiza, API muda formato, RAG cresce. Cada mudada pode causar regressão silenciosa.</a:t>
            </a:r>
          </a:p>
          <a:p>
            <a:r>
              <a:t>💡 Analogia: checkup anual (pontual) vs smartwatch (contínuo). Agentes precisam do smartwatch.</a:t>
            </a:r>
          </a:p>
          <a:p>
            <a:r>
              <a:t>➡️ A falácia mais comum tem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Hamel Husain cunhou o termo. Seu cérebro é péssimo em avaliar sistemas estocásticos sem dados.</a:t>
            </a:r>
          </a:p>
          <a:p>
            <a:r>
              <a:t>💡 Analogia: decidir se dieta funciona 'no feeling'. Sem balança, você mente para si mesmo.</a:t>
            </a:r>
          </a:p>
          <a:p>
            <a:r>
              <a:t>➡️ Vamos praticar reconhecendo falácias.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1) sample size=1; 2) benchmark ≠ produção; 3) self-preference sem calibração; 4) sobrevivência silenciosa.</a:t>
            </a:r>
          </a:p>
          <a:p>
            <a:r>
              <a:t>❓ Mostrar uma por vez, votação. Anotar no quadro.</a:t>
            </a:r>
          </a:p>
          <a:p>
            <a:r>
              <a:t>⚠️ #4 não é OK — usuários desistem sem reclamar.</a:t>
            </a:r>
          </a:p>
          <a:p>
            <a:r>
              <a:t>➡️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Observabilidade é a base. Sem ela, você não sabe o que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Trace é a unidade fundamental. Árvore hierárquica de spans. Cada span é uma operação. Mostra quem chamou quem, timing, o que entrou/saiu.</a:t>
            </a:r>
          </a:p>
          <a:p>
            <a:r>
              <a:t>💡 Analogia: árvore genealógica. Logs são lista telefônica; traces mostram hierarquia.</a:t>
            </a:r>
          </a:p>
          <a:p>
            <a:r>
              <a:t>⚠️ Trace ≠ log. Log é linha; trace é árvore com timing.</a:t>
            </a:r>
          </a:p>
          <a:p>
            <a:r>
              <a:t>➡️ Anatomia.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Root = tarefa. Child = operações (LLM, tool). Sub-spans = dentro de tools. Atributos = metadados. Bags = contexto propagado.</a:t>
            </a:r>
          </a:p>
          <a:p>
            <a:r>
              <a:t>💡 Analogia: receita de bolo. Root = 'fazer bolo'. Child = 'misturar', 'assar'. Sub = 'ralar chocolate'.</a:t>
            </a:r>
          </a:p>
          <a:p>
            <a:r>
              <a:t>⚠️ Sem propagar bags, traces isolados não conectam a usuários.</a:t>
            </a:r>
          </a:p>
          <a:p>
            <a:r>
              <a:t>➡️ OpenTelemetry.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OTel é padrão CNCF. Para LLMs, define GenAI semantic conventions. Vendor-neutral: uma vez, qualquer backend.</a:t>
            </a:r>
          </a:p>
          <a:p>
            <a:r>
              <a:t>💡 Analogia: USB-C. Antes cada marca tinha conector. Agora padrão. OTel é USB-C da observabilidade.</a:t>
            </a:r>
          </a:p>
          <a:p>
            <a:r>
              <a:t>⚠️ Sem OTel, você fica preso a uma ferramenta.</a:t>
            </a:r>
          </a:p>
          <a:p>
            <a:r>
              <a:t>➡️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ferramentas dominam. LangSmith se já usa LangChain. Phoenix se quer OSS agnóstico. Langfuse se quer self-host. OpenLLMetry para instrumentação automática.</a:t>
            </a:r>
          </a:p>
          <a:p>
            <a:r>
              <a:t>💡 Analogia: AWS vs GCP vs Azure. Mesma função. Escolha pelo que você já usa.</a:t>
            </a:r>
          </a:p>
          <a:p>
            <a:r>
              <a:t>❓ Maioria: nenhuma. Esse é o ponto.</a:t>
            </a:r>
          </a:p>
          <a:p>
            <a:r>
              <a:t>⚠️ Não escolha pelo hype. Escolha pelo fit.</a:t>
            </a:r>
          </a:p>
          <a:p>
            <a:r>
              <a:t>➡️ Logs vs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Logs e traces não competem — complementam. Logs: simples e baratos, debug rápido. Traces: ricos mas custam mais storage.</a:t>
            </a:r>
          </a:p>
          <a:p>
            <a:r>
              <a:t>💡 Analogia: diário (logs) vs organograma (traces).</a:t>
            </a:r>
          </a:p>
          <a:p>
            <a:r>
              <a:t>⚠️ Não pule direto para traces sem logs primeiro.</a:t>
            </a:r>
          </a:p>
          <a:p>
            <a:r>
              <a:t>➡️ Custo de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Observabilidade tem custo. Em alto volume, 100% é caro. Amostragem é a solução. Tail sampling prioriza erros.</a:t>
            </a:r>
          </a:p>
          <a:p>
            <a:r>
              <a:t>💡 Analogia: câmera de segurança. Não grava tudo; grava quando detecta movimento.</a:t>
            </a:r>
          </a:p>
          <a:p>
            <a:r>
              <a:t>⚠️ Amostrar produção e perder erros é erro grave. Erros = 100% capturados.</a:t>
            </a:r>
          </a:p>
          <a:p>
            <a:r>
              <a:t>➡️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Dashboard mínimo: 6 painéis. Success rate, latência P50/P95/P99, custo, tool usage, erros, steps. Com isso você opera em produção.</a:t>
            </a:r>
          </a:p>
          <a:p>
            <a:r>
              <a:t>💡 Analogia: painel do carro. Velocímetro, combustível, temperatura — cada um essencial.</a:t>
            </a:r>
          </a:p>
          <a:p>
            <a:r>
              <a:t>➡️ Custo e latência são métricas de primeira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Custo e latência são métricas de produto, não detalhes. Média mente — P95 e P99 importam mais.</a:t>
            </a:r>
          </a:p>
          <a:p>
            <a:r>
              <a:t>💡 Analogia: salário. Média R$ 5k mas se P95 é R$ 500, tem gente sofrendo. Em latência, sofrimento está na cauda.</a:t>
            </a:r>
          </a:p>
          <a:p>
            <a:r>
              <a:t>⚠️ Reportar média de latência é incompleto. Sempre P50/P95/P99.</a:t>
            </a:r>
          </a:p>
          <a:p>
            <a:r>
              <a:t>➡️ DEMO!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Vamos ao vivo. Agente ReAct sem observabilidade. Adicionar LangSmith — 3 linhas. Ver trace completo: cada step, latência, custo.</a:t>
            </a:r>
          </a:p>
          <a:p>
            <a:r>
              <a:t>⚠️ Se API falhar, tenho screenshot do trace gravado.</a:t>
            </a:r>
          </a:p>
          <a:p>
            <a:r>
              <a:t>💡 Analogia: ligar modo desenvolvedor do navegador. De repente você vê tudo.</a:t>
            </a:r>
          </a:p>
          <a:p>
            <a:r>
              <a:t>➡️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chave: trace revela hierarquia (quem chamou quem), timing cumulativo, custo por step, atributos estruturados. Esses são os superpoderes.</a:t>
            </a:r>
          </a:p>
          <a:p>
            <a:r>
              <a:t>❓ Pedir 2 duplas compartilharem. Anotar no quadro.</a:t>
            </a:r>
          </a:p>
          <a:p>
            <a:r>
              <a:t>➡️ Exercício de leitura de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Loop: agente repete mesma action sem processar Observation. Causas: prompt não instrui usar observations; contexto não inclui anteriores; modelo fraco.</a:t>
            </a:r>
          </a:p>
          <a:p>
            <a:r>
              <a:t>⚠️ 'Aumentar max_steps' não resolve — só mascara.</a:t>
            </a:r>
          </a:p>
          <a:p>
            <a:r>
              <a:t>➡️ Pergunta custo vs 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Custo direto: storage, tooling, overhead. Investimento: debugging rápido, regressão detectada, otimização com dados. ROI positivo.</a:t>
            </a:r>
          </a:p>
          <a:p>
            <a:r>
              <a:t>➡️ Avaliação automatizada.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Observabilidade é olhar. Avaliação é julgar. Vamos automatizar o julgamento.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Manual funciona para 10 casos. Para 1000, não. Humano cansa, é inconsistente, custa caro. Combine três técnicas.</a:t>
            </a:r>
          </a:p>
          <a:p>
            <a:r>
              <a:t>➡️ LLM-as-judge.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Elegante: LLM avalia LLM. Escala, barato, reproduzível. Mas não é mágica — tem vieses.</a:t>
            </a:r>
          </a:p>
          <a:p>
            <a:r>
              <a:t>💡 Analogia: corretor de prova. Treina com rubrica, corrige 1000 redações. Mas pode ter vieses.</a:t>
            </a:r>
          </a:p>
          <a:p>
            <a:r>
              <a:t>⚠️ Para tarefas objetivas, métricas programáticas são melhores e mais baratas.</a:t>
            </a:r>
          </a:p>
          <a:p>
            <a:r>
              <a:t>➡️ Vieses.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vieses. Cada um tem mitigação. Importante: acima de tudo, calibre com humano.</a:t>
            </a:r>
          </a:p>
          <a:p>
            <a:r>
              <a:t>❓ Resposta varia por domínio. Comparações A/B: positional. Assistentes: sycophancy.</a:t>
            </a:r>
          </a:p>
          <a:p>
            <a:r>
              <a:t>⚠️ Ignorar vieses e confiar cegamente = fé cega.</a:t>
            </a:r>
          </a:p>
          <a:p>
            <a:r>
              <a:t>➡️ Mitigações.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viés tem mitigação. Positional → swap. Sycophancy → rubrica explícita. Verbosity → penalizar. Self → cross-model. Knowledge → contexto. Acima de tudo: calibre com humano.</a:t>
            </a:r>
          </a:p>
          <a:p>
            <a:r>
              <a:t>💡 Analogia: treinar corretor. Não entrega rubrica e vai embora — calibra, mostra exemplos.</a:t>
            </a:r>
          </a:p>
          <a:p>
            <a:r>
              <a:t>⚠️ Sem calibração, você não sabe se judge está certo.</a:t>
            </a:r>
          </a:p>
          <a:p>
            <a:r>
              <a:t>➡️ Golden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Golden cases são testes unitários do mundo de agentes. Todo bug vira caso novo — nunca mais regredirá.</a:t>
            </a:r>
          </a:p>
          <a:p>
            <a:r>
              <a:t>💡 Analogia: teste de regressão em software tradicional.</a:t>
            </a:r>
          </a:p>
          <a:p>
            <a:r>
              <a:t>⚠️ 'Resposta deve ser boa' não é critério. Use critério operacionalizável.</a:t>
            </a:r>
          </a:p>
          <a:p>
            <a:r>
              <a:t>➡️ Exemplo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Estrutura: id, input, expected_behavior, eval_fn, category. Objetivo: assertion. Subjetivo: LLM-as-judge com rubrica.</a:t>
            </a:r>
          </a:p>
          <a:p>
            <a:r>
              <a:t>⚠️ Sempre versione golden cases no Git.</a:t>
            </a:r>
          </a:p>
          <a:p>
            <a:r>
              <a:t>➡️ Conjuntos de regressão.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Conjunto de regressão = ativo mais valioso do projeto. Comece com 10, cresça para centenas. Categorize para diagnosticar.</a:t>
            </a:r>
          </a:p>
          <a:p>
            <a:r>
              <a:t>💡 Analogia: testes de aplicação madura. Começa com 10, cresce para milhares.</a:t>
            </a:r>
          </a:p>
          <a:p>
            <a:r>
              <a:t>⚠️ Conjunto sem manutenção fica obsoleto.</a:t>
            </a:r>
          </a:p>
          <a:p>
            <a:r>
              <a:t>➡️ Métricas de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Métricas de tarefa medem resultado. Success rate, partial credit, custo, latência. Reporte todas — sem custo e latência, métrica é incompleta.</a:t>
            </a:r>
          </a:p>
          <a:p>
            <a:r>
              <a:t>⚠️ Só success rate é incompleto. 90% com 60s de latência é inutilizável.</a:t>
            </a:r>
          </a:p>
          <a:p>
            <a:r>
              <a:t>➡️ Métricas de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Métricas de processo dizem COMO o agente chegou ao resultado. Explicam sucesso/fracasso e direcionam onde corrigir.</a:t>
            </a:r>
          </a:p>
          <a:p>
            <a:r>
              <a:t>💡 Analogia: tempo final da maratona (tarefa) vs ritmo, cadência, onde tropeçou (processo).</a:t>
            </a:r>
          </a:p>
          <a:p>
            <a:r>
              <a:t>➡️ A/B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Igual A/B test em produto. Versão A vs B no mesmo conjunto. Mude uma variável por vez. Significância: mínimo 30 por versão.</a:t>
            </a:r>
          </a:p>
          <a:p>
            <a:r>
              <a:t>💡 Analogia: teste A/B de produto. Não muda botão, cor e texto ao mesmo tempo.</a:t>
            </a:r>
          </a:p>
          <a:p>
            <a:r>
              <a:t>⚠️ Mudar 3 coisas e atribuir a uma = erro metodológico.</a:t>
            </a:r>
          </a:p>
          <a:p>
            <a:r>
              <a:t>➡️ Pipeline de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Diagrama mais importante da aula. Toda mudança dispara eval. CI roda golden + benchmark subset. Gate: regressão &gt; threshold bloqueia. Transforma 'vibes' em 'evidence'.</a:t>
            </a:r>
          </a:p>
          <a:p>
            <a:r>
              <a:t>💡 Analogia: CI tradicional bloqueia merge sem testes passarem. Em agentes, 'testes' são evals.</a:t>
            </a:r>
          </a:p>
          <a:p>
            <a:r>
              <a:t>⚠️ Eval manual antes do deploy = esquecem de rodar. Automatize sempre.</a:t>
            </a:r>
          </a:p>
          <a:p>
            <a:r>
              <a:t>➡️ DEMO!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Vamos ao vivo. Agente com 10 golden cases. Score 85%. Mudo prompt. Score cai para 72%. Eval report mostra caso por caso, qual passou, qual falhou, e por quê.</a:t>
            </a:r>
          </a:p>
          <a:p>
            <a:r>
              <a:t>⚠️ Se API falhar, tenho screenshot do eval report.</a:t>
            </a:r>
          </a:p>
          <a:p>
            <a:r>
              <a:t>➡️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Pergunta difícil. Pode ser: (1) regressão real; (2) viés do judge; (3) casos errados. Como distinguir? Olhe caso por caso. Se faz sentido, é regressão. Se não, é viés.</a:t>
            </a:r>
          </a:p>
          <a:p>
            <a:r>
              <a:t>❓ Pedir 2-3 opiniões. Anotar no quadro.</a:t>
            </a:r>
          </a:p>
          <a:p>
            <a:r>
              <a:t>➡️ Exercício de golden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duplas. Critério deve ser operacionalizável — não 'resposta boa'. 'Menciona preço e horário' é critério.</a:t>
            </a:r>
          </a:p>
          <a:p>
            <a:r>
              <a:t>❓ Pedir 2 duplas compartilharem. Validar critérios.</a:t>
            </a:r>
          </a:p>
          <a:p>
            <a:r>
              <a:t>⚠️ 'Resposta útil' não é critério. 'Menciona preço e horário' é.</a:t>
            </a:r>
          </a:p>
          <a:p>
            <a:r>
              <a:t>➡️ V/F.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Falso. Não é always-right. Sem mitigação, pode estar sistematicamente errado — e você nem sabe. Regra: calibre sempre com humano em subconjunto. &lt;80% concordância = ajuste rubrica.</a:t>
            </a:r>
          </a:p>
          <a:p>
            <a:r>
              <a:t>➡️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de avaliação custom, vamos para avaliação comparável: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Benchmark é padronizado. Permite comparar. Mas é ambiente controlado — não representa seu caso de uso real. Combine: benchmark (comparável) + eval custom (representativo).</a:t>
            </a:r>
          </a:p>
          <a:p>
            <a:r>
              <a:t>💡 Analogia: prova do ENEM. Padronizada, comparável, mas não diz tudo.</a:t>
            </a:r>
          </a:p>
          <a:p>
            <a:r>
              <a:t>❓ Resposta certa: não, não confie sem rodar.</a:t>
            </a:r>
          </a:p>
          <a:p>
            <a:r>
              <a:t>⚠️ Score de benchmark só é marketing sem eval custom.</a:t>
            </a:r>
          </a:p>
          <a:p>
            <a:r>
              <a:t>➡️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6 benchmarks canônicos. Cada um testa capacidade diferente. Escolha pelo fit com seu domínio.</a:t>
            </a:r>
          </a:p>
          <a:p>
            <a:r>
              <a:t>⚠️ Não escolha pelo hype.</a:t>
            </a:r>
          </a:p>
          <a:p>
            <a:r>
              <a:t>➡️ SWE-bench.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Benchmark de código mais influente. Issues reais de GitHub, agente gera patch, testes validam. Ground truth objetivo. Claude 3.5: 49% no Verified.</a:t>
            </a:r>
          </a:p>
          <a:p>
            <a:r>
              <a:t>💡 Analogia: prova prática de programação.</a:t>
            </a:r>
          </a:p>
          <a:p>
            <a:r>
              <a:t>⚠️ 49% é altíssimo para engenharia real.</a:t>
            </a:r>
          </a:p>
          <a:p>
            <a:r>
              <a:t>➡️ GAIA.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Testa raciocínio geral. Gap humano (92%) vs GPT-4 (15%) mostra quanto agentes ainda são fracos em multi-step.</a:t>
            </a:r>
          </a:p>
          <a:p>
            <a:r>
              <a:t>💡 Analogia: caça ao tesouro. Cada passo te leva ao próximo.</a:t>
            </a:r>
          </a:p>
          <a:p>
            <a:r>
              <a:t>⚠️ Level 1 não é fácil — exige múltiplos steps e tools.</a:t>
            </a:r>
          </a:p>
          <a:p>
            <a:r>
              <a:t>➡️ τ-bench.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Elegante: simula atendente com usuário simulado e APIs com policy. Sucesso medido pela tarefa completada. Testa tool use realista.</a:t>
            </a:r>
          </a:p>
          <a:p>
            <a:r>
              <a:t>💡 Analogia: simulação de atendimento. Atendente, cliente, sistemas.</a:t>
            </a:r>
          </a:p>
          <a:p>
            <a:r>
              <a:t>➡️ AgentBench e WebArena.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de panorama amplo. AgentBench: 8 ambientes (decatlo). WebArena: navegação web específica. VisualWebArena adiciona visão.</a:t>
            </a:r>
          </a:p>
          <a:p>
            <a:r>
              <a:t>💡 Analogia: AgentBench = decatlo. WebArena = prova específica de natação.</a:t>
            </a:r>
          </a:p>
          <a:p>
            <a:r>
              <a:t>➡️ Como rodar.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Prático. Cada benchmark tem setup próprio. Comece com subconjunto (10-50 casos) para iterar. Só rode completo quando otimizar.</a:t>
            </a:r>
          </a:p>
          <a:p>
            <a:r>
              <a:t>⚠️ Rodar completo de primeira: demora, custa, não itera.</a:t>
            </a:r>
          </a:p>
          <a:p>
            <a:r>
              <a:t>➡️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limites. Contaminação, overfitting, coverage, saturação. Score de benchmark é sinal, não prova.</a:t>
            </a:r>
          </a:p>
          <a:p>
            <a:r>
              <a:t>❓ Resposta: não.</a:t>
            </a:r>
          </a:p>
          <a:p>
            <a:r>
              <a:t>⚠️ Score de benchmark só é marketing sem eval custom.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1) SWE-bench; 2) GAIA; 3) τ-bench; 4) WebArena. Escolha pelo domínio.</a:t>
            </a:r>
          </a:p>
          <a:p>
            <a:r>
              <a:t>❓ Votação, um por vez. Anotar.</a:t>
            </a:r>
          </a:p>
          <a:p>
            <a:r>
              <a:t>➡️ Benchmark vs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Fechamento da seção. Benchmark é laboratório. Produção é mundo real. Score alto é NECESSÁRIO mas não SUFICIENTE.</a:t>
            </a:r>
          </a:p>
          <a:p>
            <a:r>
              <a:t>➡️ Melhoria contínua.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Avaliar é uma coisa. Melhorar com base nela é outra.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Ativo mais valioso do projeto. Produção gera dados. Tria. Cada bug vira caso. Cresce de 10 para 1000. Esse dataset é vantagem competitiva.</a:t>
            </a:r>
          </a:p>
          <a:p>
            <a:r>
              <a:t>💡 Analogia: biblioteca de casos médicos. Cada paciente gera conhecimento. Em anos, milhares de casos.</a:t>
            </a:r>
          </a:p>
          <a:p>
            <a:r>
              <a:t>⚠️ Não triar dados de produção = jogar ouro fora.</a:t>
            </a:r>
          </a:p>
          <a:p>
            <a:r>
              <a:t>➡️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CI para agentes = CI tradicional mas 'testes' são evals. Gate bloqueia regressão. Threshold varia por criticidade. Velocidade importa — subconjunto no CI, completo noturno.</a:t>
            </a:r>
          </a:p>
          <a:p>
            <a:r>
              <a:t>💡 Analogia: CI tradicional. Não faz merge sem testes passarem.</a:t>
            </a:r>
          </a:p>
          <a:p>
            <a:r>
              <a:t>⚠️ Full eval no CI demora 1h e bloqueia dev. Use subconjunto.</a:t>
            </a:r>
          </a:p>
          <a:p>
            <a:r>
              <a:t>➡️ Shadow e canary.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Duas estratégias de deploy seguro. Shadow: paralelo sem risco. Canary: gradual com rollback. Para agentes, shadow é ideal.</a:t>
            </a:r>
          </a:p>
          <a:p>
            <a:r>
              <a:t>💡 Analogia: Shadow = ensaio geral. Canary = estreiar em poucas cidades antes do lançamento nacional.</a:t>
            </a:r>
          </a:p>
          <a:p>
            <a:r>
              <a:t>➡️ Feedback humano.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Feedback humano vira dado de eval. Estruturado é melhor que thumbs. Implicit é poderoso (refez pergunta? abandonou?).</a:t>
            </a:r>
          </a:p>
          <a:p>
            <a:r>
              <a:t>💡 Analogia: pesquisa de satisfação. Quem responde é quem amou ou odiou.</a:t>
            </a:r>
          </a:p>
          <a:p>
            <a:r>
              <a:t>⚠️ Confiança cega em feedback é erro. Cruze com métricas de uso.</a:t>
            </a:r>
          </a:p>
          <a:p>
            <a:r>
              <a:t>➡️ Eval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Medir é metade. Reportar com rigor é a outra metade.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Eval report é entrega profissional. 6 seções. Princípio fundamental: REPRODUTÍVEL.</a:t>
            </a:r>
          </a:p>
          <a:p>
            <a:r>
              <a:t>💡 Analogia: paper científico. Metodologia, resultados, discussão, conclusão. Reprodutível por outros.</a:t>
            </a:r>
          </a:p>
          <a:p>
            <a:r>
              <a:t>⚠️ Sem metodologia, ninguém reproduz.</a:t>
            </a:r>
          </a:p>
          <a:p>
            <a:r>
              <a:t>➡️ Análise de falhas.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'Falhou em 30%' é inútil. '60% tool errada, 20% alucinação...' é actionable. Categoria direciona esforço.</a:t>
            </a:r>
          </a:p>
          <a:p>
            <a:r>
              <a:t>💡 Analogia: triagem médica. Não basta 'está doente'. Tem que dizer 'gripe', 'dengue', 'fratura'. Cada categoria tem tratamento.</a:t>
            </a:r>
          </a:p>
          <a:p>
            <a:r>
              <a:t>➡️ Comparações honestas.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Comparação honesta. Sempre vs baseline. Mesmas condições. Intervalo de confiança. Reporte onde perdeu.</a:t>
            </a:r>
          </a:p>
          <a:p>
            <a:r>
              <a:t>❓ Depende do KPI do CEO. Geralmente: ambos.</a:t>
            </a:r>
          </a:p>
          <a:p>
            <a:r>
              <a:t>⚠️ Esconder regressão é antiético e prejudica decisão.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Diagnóstico: olhe caso por caso. Se faz sentido, regressão real. Se não, viés. Padrão? Agrupe por categoria. Próximos passos dependem do diagnóstico.</a:t>
            </a:r>
          </a:p>
          <a:p>
            <a:r>
              <a:t>❓ Pedir 2 grupos compartilharem.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consolidar com boas práticas, anti-patterns e caso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boas práticas. Mais importante: COMECE com observabilidade desde a linha 1. Não deixe para depois.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9 anti-patterns. Pior: vibes-based eval. Deploy sem gate é jogar dados. Dataset estagnado é estagnação técnica.</a:t>
            </a:r>
          </a:p>
          <a:p>
            <a:r>
              <a:t>❓ 'Quantos desses vocês já cometeram?' Todos vão rir.</a:t>
            </a:r>
          </a:p>
          <a:p>
            <a:r>
              <a:t>➡️ Caso de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Anthropic não chegou em 49% por mágica. Rigor: rodar SWE-bench, analisar traces, categorizar falhas, corrigir, re-avaliar. Ciclo iterativo guiado por dados.</a:t>
            </a:r>
          </a:p>
          <a:p>
            <a:r>
              <a:t>💡 Analogia: treinar atleta de elite. Mede tudo, identifica gargalos, corrige, mede de novo.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pontos para levar. Fundação de AgentOps.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Revisão dos objetivos. Todos cobertos? Se algum não ficou claro, perguntem no Q&amp;A.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C. Barato, avalia texto, funciona com vários modelos. Limitação: vieses com mitigação.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B. Teste unitário do mundo de agentes. Não é marketing (A), não é caso que sempre passa (C), não é benchmark (D).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C. A é WebArena. B é τ-bench. D é GAIA.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B. CI gate é regressão. Os outros geram alertas mas não bloqueiam sozinhos.</a:t>
            </a:r>
          </a:p>
          <a:p>
            <a:r>
              <a:t>➡️ Última.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B. Benchmark é controlado. Produção é mundo real. Combine benchmark (comparável) + eval custom (representativo).</a:t>
            </a:r>
          </a:p>
          <a:p>
            <a:r>
              <a:t>➡️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ETHAGT12 conecta em duas direções. ETHAGT13 (observabilidade = defesa). ETHAGT90 (eval report). Projeto: avaliem agente em subconjunto de τ-bench ou GAIA. Entreguem eval report completo.</a:t>
            </a:r>
          </a:p>
          <a:p>
            <a:r>
              <a:t>➡️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Obrigatórios: 3 papers canônicos. Recomendados: Hamel Husain (conceitual), AgentBench, WebArena. Docs das ferramentas.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Abrir para Q&amp;A. Se não houver perguntas: 'Qual parte foi menos clara?' Lembrar prazo dos labs e projeto.</a:t>
            </a:r>
          </a:p>
          <a:p>
            <a:r>
              <a:t>💡 MENSAGEM FINAL: 'Vocês saem com o toolkit completo para operar agentes com confiança. Observabilidade, avaliação, melhoria contínua. Usem. A diferença entre um agente que parece funcionar e um que funciona é rigor experimental.'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AgentOps, Observabilidade &amp; 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D — Produção, Governança e Fronteira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estabelecer rigor experimental em sistemas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Implementar observabilidade end-to-end (traces, spans, métricas)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Construir pipelines de avaliação automatizada (LLM-as-judge, golden cases)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Aplicar benchmarks canônicos (SWE-bench, GAIA, τ-bench, AgentBench, WebArena)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Operar ciclos de melhoria contínua com 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Reportar resultados com rigor (eval report)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5 objetivos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Módulo atinge nível A em C1 e C5: consolida maturidade técnica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e C4 em B: fundação para módulos de multi-agente e memória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Por que difícil (10 min) — não-determinismo, falácias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Observabilidade (16 min) — traces, OTel,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Avaliação (18 min) — LLM-as-judge, golden cases, CI,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Benchmarks (14 min) — SWE-bench, GAIA, τ-bench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Melhoria &amp; Report (12 min) — dataset, eval report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— boas práticas, caso, quiz, projeto,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5/5 no Teste, 30% em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 real: agente funcionou 5/5 no teste, 30%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métrica, você não sabia que estava falhando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'Parece que funciona' não é medida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Usuários desistem silenciosamente — não reclamam, somem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Como você sabe se seu agente está melhor ou pior?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sem métrica, você está cego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AgentOps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2022: ChatGPT (LLM como oráculo)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Primeiros agentes (AutoGPT, ReAct em produção)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SWE-bench, GAIA, Phoenix/Langfuse surgem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AgentOps consolida como disciplina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2026: AgentOps é pré-requisito para produção séria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 não-determinismo + custo de runs + iterar com confiança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LLMOps tradicional não cobre: tools, loops, estado, ambiente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Hamel Husain: 'Evals for LLMs' como marco conceitual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Confluência histórica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Por que Agentes São Difíceis de Avaliar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Não-Determinismo em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LLMs são probabilísticos: mesma pergunta, respostas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amplificam: cada step tem não-determinismo que se acumula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Temperatura, sampling, tool choice podem variar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Implicação: avaliação única não é suficiente — precisamos de N runs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Mínimo 3 runs por caso; idealmente 5-10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Você já rodou o mesmo prompt duas vezes com resultados diferentes?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Variância se acumula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Dependência de Ambiente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 chamam APIs que mudam de comportamento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 depende de base de conhecimento que evolui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Ambiente de execução (FS, web) muda entre runs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agente que usa API de cotação — depende do momento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Dilema: mock (previsível mas irreal) vs real (variante mas autêntico)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ambiente controlado (sandbox) com fixtures conhecidas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Ambiente mutável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de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run = tokens de entrada + tokens de saída × N 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complexo: 10-50 chamadas de LLM por tarefa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Cálculo: 1000 casos × 50 chamadas × $0.01/chamada = $500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Benchmarks completos (SWE-bench): centenas de dólares por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amostragem, subconjuntos, eval incremental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Comece com 10-50 casos; expanda quando confiante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Eval custa dinheiro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Falácias Comuns de Avaliação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'Funcionou uma vez' → sobrevivência de amostra size=1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'Parece bom' → vibes-based eval, não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 usuário não reclamou' → usuários desistem silenciosamente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'Passou no benchmark' → benchmark ≠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'LLM disse que está correto' → LLM-as-judge sem calibração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dessas falácias você já cometeu?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5 armadilhas comuns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Avaliação Contínua vs Pontual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Pontual: 'rodamos eval antes do deploy' → estátua (congela)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Contínua: eval roda a cada mudança, em produção, com drift detection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mudam: prompt, tool, modelo, ambiente evoluem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eval contínua: regressão passa despercebida por semanas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Pontual é foto. Contínua é vídeo. Em agentes, você precisa do vídeo.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Processo, não evento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Vibes-Based Eval: A Armadilha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'Se você não tem conjunto de avaliação, você está fazendo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vibes-based development.' — Hamel Husain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Vibes = intuição, não medida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Intuição é útil para explorar, não para decidir deploy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todo deploy precisa de número, não de feeling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Intuição ≠ medida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Identificando Falácias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afirmação, identifique a falácia: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'Testei com 3 exemplos e funcionou, pode ir para produção.'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'O benchmark mostra 80%, então o agente está bom.'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'O GPT-4 disse que a resposta está correta.'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'Ninguém reclamou desde o deploy.'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(mãos levantadas)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Discussão: 1 min por afirmação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Observabilidade: Traces, Spans, Métricas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Traces: O Que 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 = registro completo de uma execução de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 de árvore: root span → child spans → sub-spans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span: nome, duração, input, output, atributos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de log: trace mostra relações e hierarquia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'Sem traces, você está debugando no escuro'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Árvore de execução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Anatomia de um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Root span: tarefa completa (ex: 'reservar voo')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Child spans: chamada LLM 1, tool call A, chamada LLM 2, tool call 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Sub-spans: API request dentro de tool 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Atributos por span: model, tokens, latency, tool name, args, result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Bags: contexto propagado entre spans (user_id, session_id)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12-Diagrams/ETHAGT12/trace-anatomy.mmd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Hierarquia de spans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OpenTelemetry para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OpenTelemetry (OTel): padrão CNCF para observabilidade distribuída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GenAI semantic conventions — atributos padronizados: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gen_ai.system (provedor)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gen_ai.request.model (modelo)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gen_ai.usage.prompt_tokens / completion_tokens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vendor-neutral — funciona com qualquer backend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traces cruzam LLM calls, tool calls,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Padrão vendor-neutral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Tooling: LangSmith, Phoenix, Langfuse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LangSmith — integrado ao LangChain/LangGraph; comercial SaaS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Phoenix (Arize) — open source; foco em LLM observability + 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Langfuse — open source self-hostable; traces + eval +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OpenLLMetry — instrumentação OTel automática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de escolha: stack existente, self-host vs SaaS,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Quem já usa alguma dessas em produção?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4 ferramentas principais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Logs Estruturados vs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Logs estruturados: JSON com timestamp, step, thought, action, observation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Traces: árvore hierárquica com timing e relações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Logs: simples, barato, bom para debug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Traces: rico, relacional, bom para análise e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Prática: comece com logs estruturados, evolua para traces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Complementares, não mutuamente exclusivos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Complementares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de Observabilidade (Amostragem)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trace gera storage + processamento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alto volume: 100% de traces é caro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Amostragem: registrar apenas 1 em N traces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head-based (decide no início), tail-based (decide no fim)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Tail sampling: sempre logar traces com erro, amostrar sucesso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100% em dev, amostrado em produção, 100% em erro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de custo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Dashboard Mínimo de 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Painel 1: Success rate por tarefa (últimas 24h)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Painel 2: Latência P50/P95/P99 por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Painel 3: Custo por execução (tokens × preço)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Painel 4: Tool usage (qual tool, quantas vezes, sucesso/falha)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Painel 5: Erros agrupados por tipo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Painel 6: Distribuição de steps (loops?)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esses 6 painéis, você está operando cego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6 painéis essenciais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 de Primeira Classe: Custo e Latência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por execução: tokens in/out × preço por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cumulativa: serial = soma; paralelo = max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P95 e P99 importam mais que média (cauda longa)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P99 é 30s, 1 em 100 usuários espera meio minuto — inaceitável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execução: abortar se custo &gt; limite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produção: alerta se custo médio sobe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 e latência importam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Traces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Lab 1: adicionar LangSmith a agente ReAct existente</a:t>
            </a:r>
            <a:br/>
            <a:br/>
            <a:r>
              <a:t>Antes:</a:t>
            </a:r>
            <a:br/>
            <a:r>
              <a:t>  agent = ReActAgent(tools=[...])</a:t>
            </a:r>
            <a:br/>
            <a:r>
              <a:t>  result = agent.run('Qual o preço do iPhone?')</a:t>
            </a:r>
            <a:br/>
            <a:br/>
            <a:r>
              <a:t>Depois (3 linhas):</a:t>
            </a:r>
            <a:br/>
            <a:r>
              <a:t>  import os</a:t>
            </a:r>
            <a:br/>
            <a:r>
              <a:t>  os.environ['LANGSMITH_TRACING'] = 'true'</a:t>
            </a:r>
            <a:br/>
            <a:r>
              <a:t>  os.environ['LANGSMITH_PROJECT'] = 'ethagt12-demo'</a:t>
            </a:r>
            <a:br/>
            <a:r>
              <a:t>  # + @traceable decorator ou tracing_callback</a:t>
            </a:r>
            <a:br/>
            <a:br/>
            <a:r>
              <a:t>  @traceable</a:t>
            </a:r>
            <a:br/>
            <a:r>
              <a:t>  def run_agent(query):</a:t>
            </a:r>
            <a:br/>
            <a:r>
              <a:t>      return agent.run(query)</a:t>
            </a:r>
            <a:br/>
            <a:br/>
            <a:r>
              <a:t>Mostrar no trace viewer:</a:t>
            </a:r>
            <a:br/>
            <a:r>
              <a:t>  - Root span: tarefa completa</a:t>
            </a:r>
            <a:br/>
            <a:r>
              <a:t>  - Child spans: LLM calls, tool calls</a:t>
            </a:r>
            <a:br/>
            <a:r>
              <a:t>  - Latência por span</a:t>
            </a:r>
            <a:br/>
            <a:r>
              <a:t>  - Custo por chamada (tokens × preço)</a:t>
            </a:r>
            <a:br/>
            <a:r>
              <a:t>  - Identificar gargalo (geralmente tool call)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o trace revelou que logs simples não mostrariam?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Qual step do agente é o gargalo de latência?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você decidiria se vale otimizar esse step?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Respostas esperadas: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Hierarquia, timing cumulativo, custo por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Geralmente a tool call (latência de API)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ROI: tempo economizado vs esforço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Lendo um Trace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 com problema (agente em loop de 8 steps):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[STEP 0] Action: search_price('Produto X')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[STEP 1] Action: search_price('Produto X')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[STEP 2] Action: search_price('Produto X')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[STEP 3] Action: search_price('Produto X')  ← LOOP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...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[STEP 7] max_steps reached. Abortando.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duplas: identificar onde e por quê. Propor 2 correções.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min discussão,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Observabilidade — Custo ou Investimento?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Argumento custo: storage, tooling, overhead de instrumentação (1-5% latency)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Argumento investimento: debugging 10x mais rápido, regressão detectada,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otimização guiada por 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ROI quase sempre positivo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'Sem observabilidade, você não tem como melhorar o que não mede'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pergunta não é 'se' — é 'quanto'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ROI positivo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Avaliação Automatizada: LLM-as-Judge, Golden Cases, Regressão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Avaliação Manual Não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Manual: humano lê output e julga → lento, caro, inconsistente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escala: 1000 casos × 5 min/caso = 83 horas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Humano fica cansado: qualidade decai ao longo do 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reproduzível: mesmo humano julga diferente em outro 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LLM-as-judge + golden cases + métricas programáticas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Manual não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LLM-as-Judge: 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LLM-as-judge: um LLM avalia a saída de outro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input + output + critério (rubrica) → judge → score + justificativa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escala, barato, reproduzível (com temperatura 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tarefas subjetivas (qualidade de resposta, completude)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NÃO usar: ground truth exato (use string match)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LLM avalia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LLM-as-Judge: Vieses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Positional bias: prefere primeira ou última opção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Sycophancy: concorda com o que o humano parece querer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Verbosity bias: prefere respostas mais longas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Self-preference: modelo prefere saídas do mesmo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bias: judge não sabe o que o agente deveria saber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viés é mais perigoso para seu caso de uso?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5 vieses conhecidos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LLM-as-Judge: Mitigações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Rubrica clara: critérios explícitos, não 'avalie a qualidade'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 few-shot com casos calibrados por humano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Múltiplos judges: 3+ modelos, média ou votação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Calibração: comparar judge com humano em subconjunto (≥80%)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Swap de posição: rodar A vs B e B vs A, média dos resultados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Cross-model: usar modelo diferente do agente como 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Mitigação por viés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Golden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Golden case = par (input, critério de sucesso)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Input: pergunta/tarefa para 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como saber se a resposta está correta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Exato: string match, regex, JSON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Subjetivo: rubrica para LLM-as-judge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Funcional: tool foi chamada? ação foi executada?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Conjunto crescente: cada bug encontrado vira golden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Testes unitários de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Escrevendo um Golden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Caso objetivo (factual)</a:t>
            </a:r>
            <a:br/>
            <a:r>
              <a:t>golden_case = {</a:t>
            </a:r>
            <a:br/>
            <a:r>
              <a:t>    'id': 'GC-042',</a:t>
            </a:r>
            <a:br/>
            <a:r>
              <a:t>    'input': 'Qual a capital da França?',</a:t>
            </a:r>
            <a:br/>
            <a:r>
              <a:t>    'expected_behavior': 'Resposta deve mencionar Paris',</a:t>
            </a:r>
            <a:br/>
            <a:r>
              <a:t>    'eval_fn': lambda response: 'Paris' in response,</a:t>
            </a:r>
            <a:br/>
            <a:r>
              <a:t>    'category': 'factual'</a:t>
            </a:r>
            <a:br/>
            <a:r>
              <a:t>}</a:t>
            </a:r>
            <a:br/>
            <a:br/>
            <a:r>
              <a:t># Caso subjetivo (LLM-as-judge)</a:t>
            </a:r>
            <a:br/>
            <a:r>
              <a:t>golden_case = {</a:t>
            </a:r>
            <a:br/>
            <a:r>
              <a:t>    'id': 'GC-043',</a:t>
            </a:r>
            <a:br/>
            <a:r>
              <a:t>    'input': 'Resuma este artigo em 3 pontos.',</a:t>
            </a:r>
            <a:br/>
            <a:r>
              <a:t>    'expected_behavior': '3 pontos fiéis ao original',</a:t>
            </a:r>
            <a:br/>
            <a:r>
              <a:t>    'eval_fn': llm_as_judge(</a:t>
            </a:r>
            <a:br/>
            <a:r>
              <a:t>        rubrica='3 pontos, fiel ao original, claro'</a:t>
            </a:r>
            <a:br/>
            <a:r>
              <a:t>    ),</a:t>
            </a:r>
            <a:br/>
            <a:r>
              <a:t>    'category': 'subjective'</a:t>
            </a:r>
            <a:br/>
            <a:r>
              <a:t>}</a:t>
            </a:r>
            <a:br/>
            <a:br/>
            <a:r>
              <a:t># Estrutura: id, input, expected_behavior, eval_fn, category</a:t>
            </a:r>
            <a:br/>
            <a:r>
              <a:t># Versione no Git — casos são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Conjuntos de Regressão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Conjunto de regressão: N golden cases que rodam a cada mudança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mudança de prompt, tool, ou modelo roda o conjunto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score cai: deploy bloqueado (CI gate)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Crescimento: 10 → 100 → 1000+ casos ao longo de meses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Categorização: factual, multi-step, tool-use, edge-case, error-handling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Manutenção: remover casos obsoletos, adicionar casos de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Ativo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 de Tarefa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Success rate: % de casos que passaram no critério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Partial credit: não é tudo ou nada (0.7 se 7 de 10 sub-tarefas)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por execução: tokens × preço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P50/P95: tempo total da tarefa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Score oficial (benchmarks): ex: SWE-bench usa % resolved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Reporte TODAS — success rate sozinha é incompleta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Resultado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 de Processo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Número de steps: quantas iterações do loop ReAct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Loops detectados: agente repetiu a mesma action?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misuse rate: % de tool calls que falharam ou foram inúteis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Token efficiency: tokens usados / tokens necessários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Recovery rate: % de vezes que agente se recuperou de erro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Processo explica POR QUE o agente falhou — direciona correção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Como chegou ao resultado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A/B Testing de Prompts 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A/B test: versão A (atual) vs versão B (nova) no mesmo conjunto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Variáveis: prompt, tool description, modelo, temperatura, max_steps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Uma variável por vez (ou design de experimentos)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Métricas: success rate, custo, latência, satisfação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Significância: mínimo 30 casos por versão, idealmente 100+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Você mudaria o prompt sem A/B test?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Experimentação controlada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Pipeline de Eval com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Mudança (prompt/tool/modelo) → CI roda 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 executa: golden cases + subconjunto de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LLM-as-judge avalia resultados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 com baseline: houve regressão?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Sim → bloquear deploy; Não → permitir deploy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automatizado, não manual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12-Diagrams/ETHAGT12/eval-pipeline.mmd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CI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Eval Automatizado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Lab 2: pipeline de eval com LLM-as-judge</a:t>
            </a:r>
            <a:br/>
            <a:br/>
            <a:r>
              <a:t># Agente com 10 golden cases</a:t>
            </a:r>
            <a:br/>
            <a:r>
              <a:t>agent = build_agent()</a:t>
            </a:r>
            <a:br/>
            <a:r>
              <a:t>golden_cases = load_golden_cases('cases.json')  # 10 casos</a:t>
            </a:r>
            <a:br/>
            <a:br/>
            <a:r>
              <a:t># Versão baseline do prompt</a:t>
            </a:r>
            <a:br/>
            <a:r>
              <a:t>score_baseline = run_eval(agent, golden_cases)</a:t>
            </a:r>
            <a:br/>
            <a:r>
              <a:t># Score: 85%</a:t>
            </a:r>
            <a:br/>
            <a:br/>
            <a:r>
              <a:t># Mudar prompt (piorar de propósito)</a:t>
            </a:r>
            <a:br/>
            <a:r>
              <a:t>agent.set_system_prompt('Novo prompt, menos instrutivo...')</a:t>
            </a:r>
            <a:br/>
            <a:br/>
            <a:r>
              <a:t># Rodar eval novamente</a:t>
            </a:r>
            <a:br/>
            <a:r>
              <a:t>score_novo = run_eval(agent, golden_cases)</a:t>
            </a:r>
            <a:br/>
            <a:r>
              <a:t># Score: 72%  ← REGRESSÃO DETECTADA</a:t>
            </a:r>
            <a:br/>
            <a:br/>
            <a:r>
              <a:t># Eval report</a:t>
            </a:r>
            <a:br/>
            <a:r>
              <a:t>report = generate_eval_report({</a:t>
            </a:r>
            <a:br/>
            <a:r>
              <a:t>    'baseline': score_baseline,</a:t>
            </a:r>
            <a:br/>
            <a:r>
              <a:t>    'novo': score_novo,</a:t>
            </a:r>
            <a:br/>
            <a:r>
              <a:t>})</a:t>
            </a:r>
            <a:br/>
            <a:r>
              <a:t># Mostra: quais casos regrediram? Por quê?</a:t>
            </a:r>
            <a:br/>
            <a:r>
              <a:t># LLM-as-judge justifica cada falha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A regressão é real ou o judge está errado?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Como distinguir bug do agente de viés do judge?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 que fazer: reverter o prompt ou corrigir os casos?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distinguir: olhar caso por caso.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falhas fazem sentido → regressão real.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não fazem sentido → viés do judge.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Escrevendo um Golden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reserva de voo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duplas, escrevam 2 golden cases: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Caso factual (ex: 'reserve voo direto SP-Rio amanhã')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Critério: assertion que resposta menciona voo direto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Caso subjetivo (ex: 'quais opções de viagem para o RJ?')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Critério: rubrica para LLM-as-judge (clareza, utilidade)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escrita, 2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V/F — LLM-as-Judge É Sempre Confiável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'LLM-as-judge é sempre confiável.'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 5 vieses (positional, sycophancy, verbosity, self-preference, knowledge)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Mitigações necessárias: rubrica, calibração, múltiplos judges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calibração com humano, pode estar sistematicamente 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Benchmarks Canônicos: SWE-bench, GAIA, τ-bench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Benchmarks?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Benchmark = conjunto padronizado de tarefas com critério objetivo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Permite comparar modelos e arquiteturas de forma justa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Reprodutível: mesma tarefa, mesmo critério, resultado comparável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 da comunidade: 'meu agente faz X% no SWE-bench'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benchmark ≠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Você confia em score de benchmark sem ter rodado?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Comparável mas ≠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Landscape de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SWE-bench — código (resolver issues de GitHub)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GAIA — raciocínio geral multi-step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τ-bench — tool use em domínios (airline, retail)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WebArena — navegação web autônoma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AgentDojo — segurança (injeção em agentes)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τ²-bench — multi-agent tool use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12-Diagrams/ETHAGT12/benchmark-landscape.mmd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6 benchmarks canônicos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SWE-bench / SWE-bench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SWE-bench: 2.294 issues reais de 12 repositórios Python open source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Tarefa: resolver issue → gerar patch → testes passam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SWE-bench Verified: subconjunto de 500 com validação humana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Claude 3.5 Sonnet: ~49% no Verified (dez/2024)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importa: código é verificável (testes = ground truth)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Jimenez et al., arXiv:2310.06770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Código verificável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GAIA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GAIA: 466 questões de raciocínio multi-step com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Níveis: Level 1 (simples) → Level 3 (complexo, dezenas de steps)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Requer: web search, file processing, reasoning, tool use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Human: ~92% no Level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GPT-4 + plugins: ~15%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importa: testa capacidade geral de agente assistente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Mialon et al., arXiv:2311.12983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Raciocínio 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τ-bench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τ-bench: tool-agent-user interaction em domínios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simula atendente com acesso a APIs (policy, booking, etc.)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Avalia: success rate em tarefas com usuários simulados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Domínios: airline (policy-driven), retail (catalog-driven)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importa: testa tool use realista com políticas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Yao et al., arXiv:2404.44529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Usado no projeto do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Tool use com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AgentBench e WebArena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AgentBench: 8 ambientes (OS, DB, KG, web, card game, etc.)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 capacidades diversas: reasoning, planning, tool use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WebArena: navegação web autônoma em sites simulados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Tarefas: 'encontre o produto mais barato', 'agende reunião'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VisualWebArena: adiciona compreensão visual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Fontes: Liu et al. (arXiv:2308.03688), Zhou et al. (arXiv:2307.13854)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Panorama amplo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Como Rodar Localmente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SWE-bench: Docker + eval harness (repositório GitHub)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GAIA: download do dataset HuggingFace + tools (web search, file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τ-bench: pip install + simulate user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SWE-bench completo = $$ (muitas runs); subconjuntos = controlável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comece com subconjunto (10-50 casos) para iterar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Tempo: completo = horas; subconjunto =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Setup prático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Limites e Contaminação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Contaminação: dados de treino podem incluir o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Overfitting: otimizar para benchmark ≠ melhorar para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Coverage: benchmark cobre domínio específico, não seu caso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Saturação: modelos melhores → benchmark fica fácil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Detecção de contaminação: overlaps de n-gramas, memorização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Score alto em SWE-bench garante produção?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4 limites críticos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Escolhendo um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escolha o benchmark: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'Agente de coding que resolve issues de GitHub'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'Assistente de pesquisa geral multi-step'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'Agente de atendimento com APIs e políticas'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'Bot que navega e-commerce e completa compras'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(mãos levantadas)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Benchmark vs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Score alto em benchmark garante produção?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NÃO necessariamente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Benchmark é ambiente controlado; produção é mundo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Combinar: benchmark (comparável) + eval custom (representativo)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'Benchmark diz o que é possível; eval custom diz o que é real'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Lab vs mundo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Ciclo de Melhoria Contínua e Reportando Resultados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Dataset Crescente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'Você não mediu se não mediu' — cada execução é dado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Produção gera casos: logs de conversas, feedback de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Triagem: humano classifica (bom/ruim/edge case)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Bug encontrado → novo golden case (nunca mais regredir)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Crescimento: 10 → 50 → 200 → 1000+ casos ao longo de meses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Dataset é VANTAGEM COMPETITIVA: concorrente não tem seus casos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Ativo competitivo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CI para Agentes (Testes de Regressão)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mudança (prompt, tool, modelo, config) dispara 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 roda: golden cases + subconjunto de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Gate: se regressão &gt; threshold → bloquear merge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Threshold: 0% para casos críticos, 5% para não-críticos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Velocidade: CI eval precisa rodar em &lt; 10 min (subconjunto)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Full eval: noturno ou pré-deploy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CI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Shadow Runs e Canary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Shadow run: nova versão roda em paralelo sem afetar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 outputs: versão atual vs versão nova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Canary: 5% → 25% → 50% → 100% do tráfego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Rollback automático: se métricas degradam, volta para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shadow é ideal — sem risco para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não-determinístico precisa de mais amostras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Deploy seguro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Feedback Humano Estruturado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Thumbs up/down: simples, mas sem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Feedback estruturado: categoria (errado/incompleto/lento/off-topic) + 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Implicit feedback: usuário refez a pergunta? Abandonou?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Loop: feedback → triagem → golden case →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Cuidado: feedback enviesado (só frustrados respondem)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Loop de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Reportando Resultados com Rigor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Eval Report —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Template: 24-Templates/template-eval-report.md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Seções: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Sumário executivo (1 parágrafo)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Metodologia (dataset, métricas, N runs)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Resultados (tabela: métrica × versão)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Análise de falhas (categorização)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Comparações (vs baseline, vs humano)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Recomendações (deploy? corrigir? investigar?)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REPRODUTÍVEL — outro engenheiro consegue rerodar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Template de 6 seções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Análise de Falhas (Categorização)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Categorias canônicas: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Não entendeu a tarefa (interpretação errada)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Tool errada (escolheu tool inadequada)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Alucinação (inventou fato/tool/result)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Loop infinito (não convergiu)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Erro de tool (API falhou, formato errado)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6. Incompleto (parou antes de terminar)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categorizar: direciona onde investir esforço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60% 'tool errada' → melhorar ACI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Direciona esforço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Comparações Honestas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comparar vs baseline (versão anterior)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Comparar vs humano quando possível (ground truth)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Mesmas condições: mesmo dataset, ambiente, 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Reportar intervalo de confiança, não só média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Honestidade: reportar onde PERDEU, não só onde ganhou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O que reportar para o CEO — accuracy ou custo?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Rigor e honestidade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Detectando Regressão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time mudou prompt, eval score caiu de 85% para 72%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grupos, analisar: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Viés do judge?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Mudança real no comportamento?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Casos que regrediram — padrão?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Propor próximos passos: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A/B test? Reverter prompt? Revisar casos?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discussão, 2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Fechamento: Boas Práticas, Caso de Estudo, Quiz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Comece com logs estruturados desde a primeira linha de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Adicione traces antes de adicionar features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Construa golden cases desde o dia 1 (comece com 10)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Rode eval a cada mudança (CI gate)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Use LLM-as-judge com calibração humana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Categorize falhas para direcionar esforço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Cresça o dataset continuamente (produção → casos)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Reporte com honestidade: inclua onde perdeu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8 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Vibes-based eval ('parece bom')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Sem observabilidade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Eval manual que não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LLM-as-judge sem calibração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Benchmark como única medida de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Deploy sem gate de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categorizar falhas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Dataset estagnado (mesmos 10 casos para sempre)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Overfitting para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9 DON'Ts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 — Anthropic × Claude × SWE-bench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Anthropic avaliando Claude 3.5 Sonnet em SWE-bench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Metodologia: SWE-bench Verified (500 casos, validação humana)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~49% resolved (dez/2024)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Processo de melhoria: iterar com traces + eval contínua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Análise de falhas: categorizou onde Claude falhava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melhoria guiada por dados, não por intuição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'Não há magia — é rigor experimental aplicado'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Sem magia —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Agentes são difíceis: não-determinismo, ambiente,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Observabilidade desde o dia 1: traces, spans, 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LLM-as-judge com calibração: escala, mas tem vieses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Golden cases + regressão: o CI gate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Benchmarks canônicos: comparáveis mas ≠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Dataset crescente: sua vantagem competitiva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Eval report: rigor e honestidade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7 pontos-chave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por que agentes são difíceis de avaliar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Implementou observabilidade com traces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Construiu pipeline de eval com LLM-as-judge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Descreveu benchmarks canônicos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CI para agentes e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Apresentou estrutura de eval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cobertos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principal limitação do LLM-as-judge?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É muito caro para usar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Não consegue avaliar 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Tem vieses que precisam de mitigação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(positional, sycophancy, verbosity, self-preference, knowledge)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Só funciona com GPT-4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um golden case?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Caso de sucesso para marketing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Par (input, critério de sucesso) usado como teste de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Caso que sempre passa no 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Benchmark padronizado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o SWE-bench avalia?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Navegação web autônoma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Atendimento ao cliente com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Resolução de issues reais de GitHub (código)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Raciocínio geral multi-step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CI para agentes, o que PRINCIPALMENTE bloqueia o deploy?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Latência acima de 1 segundo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Regressão no eval score acima do threshold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Número de steps diferente da versão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Custo acima de $0.01 por 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V/F: 'Bom score em benchmark garante bom desempenho em produção.'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Verdadeiro — benchmarks são representativos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Falso — benchmark é ambiente controlado, produção é mundo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Depende — só se o benchmark for do mesmo domínio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Verdadeiro — se passou em SWE-bench, está pronto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75 / 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e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ETHAGT13 — Segurança &amp; Governança: observabilidade como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Capstone: eval report completo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 do módulo: avaliar agente em subconjunto de τ-bench ou GAIA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Entrega: eval report + dataset + código de rerun + análise de falhas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Critério: eval reproduzível; ≥3 categorias de falha documentadas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(5h): 'Traces Everywhere' — adicionar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'Eval automatizado' — pipeline com LLM-as-judge + golden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Conexões 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76 / 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Leitura Recomendada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Jimenez et al., SWE-bench (arXiv:2310.06770)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Mialon et al., GAIA (arXiv:2311.12983)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Yao et al., τ-bench (arXiv:2404.44529)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Hamel Husain, Evals for LLMs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Liu et al., AgentBench (arXiv:2308.03688)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Zhou et al., WebArena (arXiv:2307.13854)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Docs: LangSmith, Phoenix, Langfuse, OpenLLMetry, OpenTelemetry GenAI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Obrigatórios e recomendados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77 / 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ETHAGT12 — AgentOps, Observabilidade &amp; Avaliação</a:t>
            </a:r>
            <a:br/>
            <a:r>
              <a:t>Próxima aula: ETHAGT13 — Segurança &amp; Governança de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