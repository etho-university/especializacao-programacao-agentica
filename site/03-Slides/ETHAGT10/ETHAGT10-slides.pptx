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Bem-vindos. Hoje o foco nao e 'como construir agentes' — e 'como organiza-los'. A pergunta central: dada uma tarefa complexa, qual topologia voce escolhe e por que? Se voce responder 'supervisor' sem justificativa, voce falhou esta aula.</a:t>
            </a:r>
          </a:p>
          <a:p>
            <a:r>
              <a:t>L Analogia: organizar uma equipe — chefe que delega (supervisor), hierarquia (hierarchical), time que se repassa (swarm), esteira (pipeline).</a:t>
            </a:r>
          </a:p>
          <a:p>
            <a:r>
              <a:t>? 'Quantos de voces ja usaram multi-agente em producao?'</a:t>
            </a:r>
          </a:p>
          <a:p>
            <a:r>
              <a:t>! Alunos chegam querendo 'a melhor topologia'. Nao existe melhor — existe a mais adequada.</a:t>
            </a:r>
          </a:p>
          <a:p>
            <a:r>
              <a:t>&gt;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Cada objetivo e mensuravel. O foco de hoje e decisao arquitetural justificada, nao 'vamos de supervisor'.</a:t>
            </a:r>
          </a:p>
          <a:p>
            <a:r>
              <a:t>L Analogia: arquiteto de software escolhendo entre monolito, microsservicos e serverless.</a:t>
            </a:r>
          </a:p>
          <a:p>
            <a:r>
              <a:t>? 'Qual desses objetivos voces acham mais desafiador?' (costuma ser #4 ou #5)</a:t>
            </a:r>
          </a:p>
          <a:p>
            <a:r>
              <a:t>! Conhecer = saber when-to-use e when-to-avoid, nao decorar.</a:t>
            </a:r>
          </a:p>
          <a:p>
            <a:r>
              <a:t>&gt; Vamos as competencias.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Este modulo atinge nivel Avancado em duas competencias: C1 e C2.</a:t>
            </a:r>
          </a:p>
          <a:p>
            <a:r>
              <a:t>L Analogia: aprender a reger uma orquestra. Voce ja toca um instrumento (single agent). Hoje aprende a conduzir.</a:t>
            </a:r>
          </a:p>
          <a:p>
            <a:r>
              <a:t>! 'Avancado' nao significa 'dominio completo' — significa decidir arquitetura com justificativa.</a:t>
            </a:r>
          </a:p>
          <a:p>
            <a:r>
              <a:t>&gt; Vamos ver a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Aula em 2 blocos. Bloco 1: panorama + topologias mais comuns. Bloco 2: topologias avancadas + decisao arquitetural.</a:t>
            </a:r>
          </a:p>
          <a:p>
            <a:r>
              <a:t>L Analogia: tour por uma cidade — mapa geral, bairros principais, e no final aprender a escolher onde morar.</a:t>
            </a:r>
          </a:p>
          <a:p>
            <a:r>
              <a:t>! Alunos podem pular o catalogo? Nao — sem conhecer as opcoes, nao ha decisao.</a:t>
            </a:r>
          </a:p>
          <a:p>
            <a:r>
              <a:t>&gt; Vamos ao por 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O problema mais comum em producao nao e tecnico — e de decisao. Times escolhem 'supervisor' por default de tutorial.</a:t>
            </a:r>
          </a:p>
          <a:p>
            <a:r>
              <a:t>L Analogia: hospital onde todo paciente passa por clinico geral. Se ja e cardiologico, por que o clinico? Swarm e triagem direta.</a:t>
            </a:r>
          </a:p>
          <a:p>
            <a:r>
              <a:t>? 'Qual topologia mais comum que voces usaram?' (maioria diz supervisor ou nao sabe)</a:t>
            </a:r>
          </a:p>
          <a:p>
            <a:r>
              <a:t>! Supervisor e o mais comum, raramente o mais correto sem analise.</a:t>
            </a:r>
          </a:p>
          <a:p>
            <a:r>
              <a:t>&gt; Multi-agente se tornou viavel recentemente. Vamos ver por 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Multi-agente existe desde os anos 90 (Weiss). Tres coisas mudaram: LLMs bons em role-playing, frameworks viaveis, custo baixo.</a:t>
            </a:r>
          </a:p>
          <a:p>
            <a:r>
              <a:t>L MetaGPT (2023) e o marco: SOPs de software house codificadas em agentes.</a:t>
            </a:r>
          </a:p>
          <a:p>
            <a:r>
              <a:t>? 'Qual destes marcos voces conheciam?' (maioria conhece Swarm/CrewAI)</a:t>
            </a:r>
          </a:p>
          <a:p>
            <a:r>
              <a:t>! Multi-agente nao e 'tecnologia nova'. O conceito e dos anos 90; o que e novo e a viabilidade com LLMs.</a:t>
            </a:r>
          </a:p>
          <a:p>
            <a:r>
              <a:t>&gt; Vamos ao panorama das 12 topologias.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Inicio do catalogo. Vamos ver 12 topologias em grid, posiciona-las em um eixo, e fazer matching.</a:t>
            </a:r>
          </a:p>
          <a:p>
            <a:r>
              <a:t>&gt; Primeiro: quais sao as 12?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12 topologias agrupadas: centralizadas, fluxo, descentralizadas, estruturadas, hibridas.</a:t>
            </a:r>
          </a:p>
          <a:p>
            <a:r>
              <a:t>L Analogia: catalogo de plantas de construtora — voce escolhe a que cabe no terreno e orcamento.</a:t>
            </a:r>
          </a:p>
          <a:p>
            <a:r>
              <a:t>? 'Quantas destas voces ja viram em producao?' (maioria viu supervisor e pipeline)</a:t>
            </a:r>
          </a:p>
          <a:p>
            <a:r>
              <a:t>! Nao decorar 12 — lembrar dos 5 grupos.</a:t>
            </a:r>
          </a:p>
          <a:p>
            <a:r>
              <a:t>&gt; Para comparar, precisamos de um eixo.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Eixo mais util da aula. Esquerda = controle; direita = flexibilidade.</a:t>
            </a:r>
          </a:p>
          <a:p>
            <a:r>
              <a:t>L Analogia: empresa vertical (CEO no topo) vs horizontal (squads autonomos).</a:t>
            </a:r>
          </a:p>
          <a:p>
            <a:r>
              <a:t>? 'Em qual ponto do eixo fica o sistema de voces hoje?'</a:t>
            </a:r>
          </a:p>
          <a:p>
            <a:r>
              <a:t>! Descentralizado nao e 'sempre melhor'. Troca controle por flexibilidade.</a:t>
            </a:r>
          </a:p>
          <a:p>
            <a:r>
              <a:t>&gt; Vamos detalhar por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Supervisor = tech lead com devs. Hierarchical = VP -&gt; diretores -&gt; gerentes -&gt; devs.</a:t>
            </a:r>
          </a:p>
          <a:p>
            <a:r>
              <a:t>? 'Ja usou supervisor em producao? Funcionou?' (anotar experiencias de gargalo)</a:t>
            </a:r>
          </a:p>
          <a:p>
            <a:r>
              <a:t>! Hierarchical nao e 'sempre melhor'. Adiciona latencia e complexidade.</a:t>
            </a:r>
          </a:p>
          <a:p>
            <a:r>
              <a:t>&gt; Agora as de fluxo.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Pipeline = ordem fixa no codigo. Orchestrator = divide tarefa e sintetiza.</a:t>
            </a:r>
          </a:p>
          <a:p>
            <a:r>
              <a:t>L Analogia: Pipeline = linha de montagem. Orchestrator = arquiteto que divide projeto em modulos.</a:t>
            </a:r>
          </a:p>
          <a:p>
            <a:r>
              <a:t>! Pipeline com if para proximo step = pipeline dinamico, nao supervisor.</a:t>
            </a:r>
          </a:p>
          <a:p>
            <a:r>
              <a:t>&gt; Agora as descentralizadas.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Swarm transfere controle (1 ativo por vez). Mesh = todos com todos. Actor = mailbox async.</a:t>
            </a:r>
          </a:p>
          <a:p>
            <a:r>
              <a:t>L Analogia: Swarm = jogo de queimada (bola passa). Mesh = grupo de WhatsApp. Actor = correio.</a:t>
            </a:r>
          </a:p>
          <a:p>
            <a:r>
              <a:t>! Swarm nao e 'mesh leve'. Swarm transfere; mesh permite multiplos ativos.</a:t>
            </a:r>
          </a:p>
          <a:p>
            <a:r>
              <a:t>&gt; Agora as estruturadas.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Tree = LATS, arvore de exploracao. Recursive = meta-programacao, agentes criando agentes.</a:t>
            </a:r>
          </a:p>
          <a:p>
            <a:r>
              <a:t>L Analogia: Tree = jogador de xadrez analisando movimentos. Recursive = gerente que contrata consultores.</a:t>
            </a:r>
          </a:p>
          <a:p>
            <a:r>
              <a:t>! Recursive nao e 'sempre adaptativo e bom'. Sem max_depth e anti-pattern.</a:t>
            </a:r>
          </a:p>
          <a:p>
            <a:r>
              <a:t>&gt; Agora as reativas e hibridas.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Event-driven = pub/sub com broker. Blackboard = quadro compartilhado classico. Hybrid = realidade.</a:t>
            </a:r>
          </a:p>
          <a:p>
            <a:r>
              <a:t>L Analogia: Event-driven = rede social. Blackboard = mural de equipe. Hybrid = empresa real.</a:t>
            </a:r>
          </a:p>
          <a:p>
            <a:r>
              <a:t>! Nao comece prototipo com hybrid. Comece simples (supervisor ou pipeline).</a:t>
            </a:r>
          </a:p>
          <a:p>
            <a:r>
              <a:t>&gt; Antes de aprofundar, lembremos do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Antes de qualquer topologia, pergunte: single agent resolve? Um agente ReAct com boas tools faz muita coisa.</a:t>
            </a:r>
          </a:p>
          <a:p>
            <a:r>
              <a:t>L Analogia: se um funcionario bom resolve, nao contrate 3 medianos.</a:t>
            </a:r>
          </a:p>
          <a:p>
            <a:r>
              <a:t>! Multi-agente por 'moda' e overhead. Se single agent resolve, single agent e a topologia certa.</a:t>
            </a:r>
          </a:p>
          <a:p>
            <a:r>
              <a:t>&gt; Vamos praticar o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1=Supervisor/Swarm, 2=Supervisor/Swarm, 3=Pipeline, 4=Actor/Mesh, 5=Swarm, 6=Tree.</a:t>
            </a:r>
          </a:p>
          <a:p>
            <a:r>
              <a:t>! Alunos votam 'supervisor' para tudo. Supervisor e default, nao resposta universal.</a:t>
            </a:r>
          </a:p>
          <a:p>
            <a:r>
              <a:t>&gt; Vamos aprofundar nas duas mais comuns.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Entramos na topologia mais comum em producao. Supervisor pattern, hierarchical, quando escalar, casos de falha, DEMO e MetaGPT.</a:t>
            </a:r>
          </a:p>
          <a:p>
            <a:r>
              <a:t>&gt; Primeiro: o que e o supervisor pattern?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Supervisor = agente ReAct onde as 'tools' sao outros agentes. Recebe tarefa, raciocina sobre qual worker, chama, recebe, decide proximo.</a:t>
            </a:r>
          </a:p>
          <a:p>
            <a:r>
              <a:t>L Analogia: tech lead que nao escreve codigo — ele orquestra.</a:t>
            </a:r>
          </a:p>
          <a:p>
            <a:r>
              <a:t>! Supervisor 'pensa diferente' dos workers — raciocina sobre roteamento, nao execucao.</a:t>
            </a:r>
          </a:p>
          <a:p>
            <a:r>
              <a:t>&gt; Como implementar em LangGraph? Via tool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Em LangGraph, cada worker e uma tool. Supervisor = ReAct com bind_tools.</a:t>
            </a:r>
          </a:p>
          <a:p>
            <a:r>
              <a:t>L Elegante: reutiliza todo o mecanismo de tool calling.</a:t>
            </a:r>
          </a:p>
          <a:p>
            <a:r>
              <a:t>? 'O que impede o supervisor de chamar a mesma tool em loop?' (nada, sem prompt e observabilidade)</a:t>
            </a:r>
          </a:p>
          <a:p>
            <a:r>
              <a:t>! Nao implemente supervisor com if/else. Volta para pipeline. Supervisor = LLM decide.</a:t>
            </a:r>
          </a:p>
          <a:p>
            <a:r>
              <a:t>&gt; Quando supervisor nao basta? Hierarchical.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Hierarchical surge quando supervisor tem workers demais. Crie sub-dominios.</a:t>
            </a:r>
          </a:p>
          <a:p>
            <a:r>
              <a:t>L Analogia: empresa com departamentos. CEO -&gt; diretores -&gt; gerentes -&gt; funcionarios.</a:t>
            </a:r>
          </a:p>
          <a:p>
            <a:r>
              <a:t>! 3 niveis raramente necessario. Maioria resolve com flat ou 2 niveis.</a:t>
            </a:r>
          </a:p>
          <a:p>
            <a:r>
              <a:t>&gt; Quando vale escalar?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Criterio: limite cognitivo. &gt;7 workers em um supervisor = roteamento degrada.</a:t>
            </a:r>
          </a:p>
          <a:p>
            <a:r>
              <a:t>L Analogia: gerente com 3-5 subordinados funciona. Com 10+, vira gargalo.</a:t>
            </a:r>
          </a:p>
          <a:p>
            <a:r>
              <a:t>! Hierarquia desnecessaria e over-engineering. Comece flat.</a:t>
            </a:r>
          </a:p>
          <a:p>
            <a:r>
              <a:t>&gt; Supervisor tem modos de falha. Vamos ser honestos.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Supervisor e o ponto mais critico. Tudo passa por ele. Se lento, tudo lento.</a:t>
            </a:r>
          </a:p>
          <a:p>
            <a:r>
              <a:t>L Analogia: portaria de predio onde TODOS passam. Em pico, fila cresce.</a:t>
            </a:r>
          </a:p>
          <a:p>
            <a:r>
              <a:t>! 'Supervisor mais inteligente' nao resolve gargalo. Gargalo e estrutural.</a:t>
            </a:r>
          </a:p>
          <a:p>
            <a:r>
              <a:t>&gt; Outro anti-pattern: workers redundantes.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Workers com overlap = supervisor confuso. Resultado: roteamento errado ou retrabalho.</a:t>
            </a:r>
          </a:p>
          <a:p>
            <a:r>
              <a:t>L Analogia: dois funcionarios com mesma descricao de cargo — ninguem sabe quem faz.</a:t>
            </a:r>
          </a:p>
          <a:p>
            <a:r>
              <a:t>! Workers genericos sempre se sobrepoem. Seja especifico: 'pesquisador de web', 'analisador de codigo'.</a:t>
            </a:r>
          </a:p>
          <a:p>
            <a:r>
              <a:t>&gt; Vamos ver tudo em acao na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DEMO 1 ao vivo. Observem no trace: cada nivel aparece como span.</a:t>
            </a:r>
          </a:p>
          <a:p>
            <a:r>
              <a:t>? 'Notem quantos LLM calls acontecem. Cada nivel = 1+ call. Isso e custo.'</a:t>
            </a:r>
          </a:p>
          <a:p>
            <a:r>
              <a:t>! Se API falhar: mostrar screenshot do trace salvo.</a:t>
            </a:r>
          </a:p>
          <a:p>
            <a:r>
              <a:t>&gt; Vamos discutir.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1) Gargalo em 3+ niveis. 2) Ninguem detecta por padrao — precisa validacao explicita. 3) Depende do contexto.</a:t>
            </a:r>
          </a:p>
          <a:p>
            <a:r>
              <a:t>&gt; Conexao academica: MetaGPT.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MetaGPT (Hong et al., 2023) e o paper canonico de hierarchical multi-agent. SOPs de software house codificadas em agentes.</a:t>
            </a:r>
          </a:p>
          <a:p>
            <a:r>
              <a:t>L Analogia: simular uma empresa de software inteira. Cada agente = funcionario.</a:t>
            </a:r>
          </a:p>
          <a:p>
            <a:r>
              <a:t>! MetaGPT nao e 'apenas pipeline'. E pipeline + hierarchical.</a:t>
            </a:r>
          </a:p>
          <a:p>
            <a:r>
              <a:t>&gt; Conceito relacionado: crew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Crew formation (CrewAI/AgentVerse): defina papeis, tarefas e processo. Abstracao de orquestracao.</a:t>
            </a:r>
          </a:p>
          <a:p>
            <a:r>
              <a:t>L Analogia: montar um time de projeto — papeis, tarefas, processo.</a:t>
            </a:r>
          </a:p>
          <a:p>
            <a:r>
              <a:t>? 'Como montaria uma crew para revisar um PR?' (code reviewer, security, docs; processo hierarchical)</a:t>
            </a:r>
          </a:p>
          <a:p>
            <a:r>
              <a:t>! Backstory importa — da contexto ao agente.</a:t>
            </a:r>
          </a:p>
          <a:p>
            <a:r>
              <a:t>&gt; Vamos praticar a decisao de profundidade.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1) 2 niveis, 2) Flat, 3) 2-3 niveis (MetaGPT), 4) Flat.</a:t>
            </a:r>
          </a:p>
          <a:p>
            <a:r>
              <a:t>! Alunos votam hierarchical 'para ser seguro'. Hierarchical desnecessario adiciona latencia e custo.</a:t>
            </a:r>
          </a:p>
          <a:p>
            <a:r>
              <a:t>&gt; Vimos a topologia default. Agora a alternativa descentralizada.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Swarm e a topologia descentralizada mais popular. Handoffs, quando e melhor que supervisor, limites.</a:t>
            </a:r>
          </a:p>
          <a:p>
            <a:r>
              <a:t>&gt; Primeiro: o que e swarm?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Swarm (OpenAI, 2024): handoffs sem orquestrador. Agente A transfere para B com contexto.</a:t>
            </a:r>
          </a:p>
          <a:p>
            <a:r>
              <a:t>L Analogia: jogo de 'quem sabe, responde'. A pergunta viaja ate encontrar quem sabe.</a:t>
            </a:r>
          </a:p>
          <a:p>
            <a:r>
              <a:t>! Swarm nao e mesh. Swarm transfere controle (1 ativo). Mesh permite multiplos ativos.</a:t>
            </a:r>
          </a:p>
          <a:p>
            <a:r>
              <a:t>&gt; Quando swarm e melhor?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Criterio chave: precisa de sintese? Sim -&gt; supervisor. Nao -&gt; swarm.</a:t>
            </a:r>
          </a:p>
          <a:p>
            <a:r>
              <a:t>L Analogia: Swarm = balcao de atendimento (encaminhado de guiche). Supervisor = gerente que coordena 3 guiches.</a:t>
            </a:r>
          </a:p>
          <a:p>
            <a:r>
              <a:t>! Swarm nao e 'melhor porque e moderno'. E mais leve. Se precisa sintese, nao serve.</a:t>
            </a:r>
          </a:p>
          <a:p>
            <a:r>
              <a:t>&gt; Mas swarm tem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5 problemas: coordenacao, estado, loops, sem visao global, debugging.</a:t>
            </a:r>
          </a:p>
          <a:p>
            <a:r>
              <a:t>L Analogia: linha de producao sem supervisor. Se algo da errado, ninguem percebe.</a:t>
            </a:r>
          </a:p>
          <a:p>
            <a:r>
              <a:t>! Sem max_handoffs, loops infinitos gastam orcamento. Adicione max_handoffs=10.</a:t>
            </a:r>
          </a:p>
          <a:p>
            <a:r>
              <a:t>&gt; Vamos sistematizar swarm vs supervisor.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Tabela mais util da aula. Swarm ganha em latencia/custo/escalabilidade. Supervisor em sintese/controle/debugging.</a:t>
            </a:r>
          </a:p>
          <a:p>
            <a:r>
              <a:t>L Analogia: bicicleta (swarm) vs carro (supervisor). Qual e melhor? Depende do trajeto.</a:t>
            </a:r>
          </a:p>
          <a:p>
            <a:r>
              <a:t>! Nao existe 'melhor'. Existe 'melhor PARA ESTE CONTEXTO'.</a:t>
            </a:r>
          </a:p>
          <a:p>
            <a:r>
              <a:t>&gt; Vamos discutir.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 resposta muda com o requisito. Precisa sintese -&gt; supervisor. Independentes -&gt; swarm.</a:t>
            </a:r>
          </a:p>
          <a:p>
            <a:r>
              <a:t>L NAO existe resposta universal. A topologia depende dos requisitos.</a:t>
            </a:r>
          </a:p>
          <a:p>
            <a:r>
              <a:t>&gt; Fim do Bloco 1. Intervalo de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Pipeline fixo vs dinamico, orchestrator-workers, composicao. Conexao com ETHAGT03.</a:t>
            </a:r>
          </a:p>
          <a:p>
            <a:r>
              <a:t>&gt; Primeiro: pipeline fixo vs dinamico.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Pipeline fixo = ordem no codigo. Dinamico = step decide o proximo.</a:t>
            </a:r>
          </a:p>
          <a:p>
            <a:r>
              <a:t>L Analogia: linha de montagem (fixo) vs fluxograma com decisao (dinamico).</a:t>
            </a:r>
          </a:p>
          <a:p>
            <a:r>
              <a:t>! Se a ordem e sempre a mesma, fixo e mais barato. Dinamico so vale quando ordem varia.</a:t>
            </a:r>
          </a:p>
          <a:p>
            <a:r>
              <a:t>&gt; Orchestrator-workers revisitado.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Orchestrator divide a tarefa; supervisor escolhe quem faz a tarefa inteira.</a:t>
            </a:r>
          </a:p>
          <a:p>
            <a:r>
              <a:t>L Analogia: Supervisor = recepcionista que encaminha. Orchestrator = arquiteto que divide projeto em modulos.</a:t>
            </a:r>
          </a:p>
          <a:p>
            <a:r>
              <a:t>! Orchestrator PARTICIONA; supervisor ROTEIA. Nao confunda.</a:t>
            </a:r>
          </a:p>
          <a:p>
            <a:r>
              <a:t>&gt; Topologias se compoem.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Topologias nao sao mutuamente exclusivas. Sistemas reais sao hybrid.</a:t>
            </a:r>
          </a:p>
          <a:p>
            <a:r>
              <a:t>L Analogia: empresa. Macro = processo (pipeline). Micro = hierarchical dentro de cada etapa.</a:t>
            </a:r>
          </a:p>
          <a:p>
            <a:r>
              <a:t>! Nao force uma unica topologia. Componha. Hybrid nao e bagunca — e realismo.</a:t>
            </a:r>
          </a:p>
          <a:p>
            <a:r>
              <a:t>&gt; Quando pipeline &gt; supervisor?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Pergunta-chave: os passos sao previsiveis? Sim -&gt; pipeline. Nao -&gt; supervisor.</a:t>
            </a:r>
          </a:p>
          <a:p>
            <a:r>
              <a:t>L Analogia: Pipeline = receita de bolo (sempre mesmos passos). Supervisor = cozinheiro criativo.</a:t>
            </a:r>
          </a:p>
          <a:p>
            <a:r>
              <a:t>! Pipeline dinamico quando fixo basta = custo imprevisivel.</a:t>
            </a:r>
          </a:p>
          <a:p>
            <a:r>
              <a:t>&gt; Vamos praticar.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1) Pipeline (etapas fixas), 2) Supervisor (passos imprevisiveis), 3) Pipeline (processamento padronizado).</a:t>
            </a:r>
          </a:p>
          <a:p>
            <a:r>
              <a:t>! Alunos votam supervisor 'para ter flexibilidade'. Se passos sao fixos, pipeline e mais barato.</a:t>
            </a:r>
          </a:p>
          <a:p>
            <a:r>
              <a:t>&gt; Agora as assincronas e escalaveis.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Topologias que escalam. Event-driven, actor model, mesh. Assincronia.</a:t>
            </a:r>
          </a:p>
          <a:p>
            <a:r>
              <a:t>&gt; Primeiro: event-driven.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Event-driven = pub/sub. Total desacoplamento e resiliencia.</a:t>
            </a:r>
          </a:p>
          <a:p>
            <a:r>
              <a:t>L Analogia: rede social. Voce posta; seguidores reagem. Feed = broker.</a:t>
            </a:r>
          </a:p>
          <a:p>
            <a:r>
              <a:t>! Event-driven para tarefas sincronas simples = overkill. Chamada direta e melhor.</a:t>
            </a:r>
          </a:p>
          <a:p>
            <a:r>
              <a:t>&gt; A fundacao teorica: actor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Actor model (1973): estado privado + mailbox + mensagens async. Escala naturalmente.</a:t>
            </a:r>
          </a:p>
          <a:p>
            <a:r>
              <a:t>L Analogia: funcionarios em cubiculos. Cada um com caixa de entrada. Comunicam por memorandos.</a:t>
            </a:r>
          </a:p>
          <a:p>
            <a:r>
              <a:t>! Actor model nao e 'academico'. E a base de Erlang (99.9999999% uptime) e WhatsApp.</a:t>
            </a:r>
          </a:p>
          <a:p>
            <a:r>
              <a:t>&gt; A mais descentralizada: mesh.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Mesh = todos com todos, P2P. Sem ponto de falha. Mas conexoes crescem O(N^2).</a:t>
            </a:r>
          </a:p>
          <a:p>
            <a:r>
              <a:t>L Analogia: sala de aula onde todos conversam com todos. Funciona com 5-6; caos com 50.</a:t>
            </a:r>
          </a:p>
          <a:p>
            <a:r>
              <a:t>! Mesh nao e 'a topologia do futuro'. E cara e complexa.</a:t>
            </a:r>
          </a:p>
          <a:p>
            <a:r>
              <a:t>&gt; Padrao classico: blackboard.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Blackboard = quadro compartilhado classico (anos 70). Precursor do event-driven.</a:t>
            </a:r>
          </a:p>
          <a:p>
            <a:r>
              <a:t>L Analogia: mural de equipe. Cada um passa, le, adiciona. Conhecimento emerge.</a:t>
            </a:r>
          </a:p>
          <a:p>
            <a:r>
              <a:t>! Blackboard nao e 'obsoleto'. Util para diagnostico incremental, brainstorming.</a:t>
            </a:r>
          </a:p>
          <a:p>
            <a:r>
              <a:t>&gt; Vamos discutir mesh vs hierarchical.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'Mesh e sempre mais escalavel?' FALSO. Conexoes crescem O(N^2). Hierarchical e O(N).</a:t>
            </a:r>
          </a:p>
          <a:p>
            <a:r>
              <a:t>L Mesh e melhor: poucos agentes altamente colaborativos. Hierarchical: muitos agentes com sub-dominios.</a:t>
            </a:r>
          </a:p>
          <a:p>
            <a:r>
              <a:t>? 'Se mesh fosse sempre melhor, por que empresas usam hierarquia?'</a:t>
            </a:r>
          </a:p>
          <a:p>
            <a:r>
              <a:t>&gt; Agora as estruturadas avancadas e a segunda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Tree of Agents (LATS), recursive (meta-agentes), DEMO 2 swarm vs supervisor.</a:t>
            </a:r>
          </a:p>
          <a:p>
            <a:r>
              <a:t>&gt; Primeiro: tree of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LATS = MCTS aplicado a agentes LLM. Expande, avalia, seleciona. Poderoso mas caro.</a:t>
            </a:r>
          </a:p>
          <a:p>
            <a:r>
              <a:t>L Analogia: jogador de xadrez pensando 3 movimentos a frente.</a:t>
            </a:r>
          </a:p>
          <a:p>
            <a:r>
              <a:t>! Tree para problemas simples e desperdicio. Single-path (ReAct) e mais barato.</a:t>
            </a:r>
          </a:p>
          <a:p>
            <a:r>
              <a:t>&gt; Agora recursive — a mais poderosa e perigosa.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Recursive = meta-programacao. Agentes criando agentes. Adaptativo mas perigoso.</a:t>
            </a:r>
          </a:p>
          <a:p>
            <a:r>
              <a:t>L Analogia: detetive que 'contrata' especialistas conforme descobre necessidades.</a:t>
            </a:r>
          </a:p>
          <a:p>
            <a:r>
              <a:t>! Recursive precisa de guardrails: max_depth, validacao, orcamento.</a:t>
            </a:r>
          </a:p>
          <a:p>
            <a:r>
              <a:t>&gt; Por isso recursive pode ser anti-pattern.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Recursive polariza: poderosa bem usada, desastrosa mal usada. Precisa de guardrails.</a:t>
            </a:r>
          </a:p>
          <a:p>
            <a:r>
              <a:t>L Analogia: empresa que contrata consultores que contratam sub-consultores. Sem limite = torre de intermediarios.</a:t>
            </a:r>
          </a:p>
          <a:p>
            <a:r>
              <a:t>? 'Recursive e sempre anti-pattern?' Nao. E anti-pattern sem guardrails.</a:t>
            </a:r>
          </a:p>
          <a:p>
            <a:r>
              <a:t>! SEMPRE defina max_depth (ex.: 3) antes de qualquer outra coisa.</a:t>
            </a:r>
          </a:p>
          <a:p>
            <a:r>
              <a:t>&gt; Segunda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DEMO 2 ao vivo. Mesma tarefa, duas topologias. Observem as metricas.</a:t>
            </a:r>
          </a:p>
          <a:p>
            <a:r>
              <a:t>? 'Supervisor: 1 (rotear) + 3 (workers) + 1 (sintetizar) = 5 LLM calls. Swarm: ~3-4.'</a:t>
            </a:r>
          </a:p>
          <a:p>
            <a:r>
              <a:t>! Se API falhar: traces comparativos salvos.</a:t>
            </a:r>
          </a:p>
          <a:p>
            <a:r>
              <a:t>&gt; Vamos discutir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1) Swarm (sem hop de supervisor). 2) Swarm menor custo; supervisor melhor qualidade (se sintese boa). 3) Precisa sintese -&gt; supervisor.</a:t>
            </a:r>
          </a:p>
          <a:p>
            <a:r>
              <a:t>&gt; Ultima secao: a decisao arquitetural.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Climax da aula: como decidir. Matriz, ADR, sinais de evolucao, exercicio.</a:t>
            </a:r>
          </a:p>
          <a:p>
            <a:r>
              <a:t>&gt; Primeiro: a matriz de decisao.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Matriz = ferramenta mais pratica da aula. 4 eixos. Cada topologia avaliada.</a:t>
            </a:r>
          </a:p>
          <a:p>
            <a:r>
              <a:t>L Analogia: escolher carro. Potencia x economia x espaco x preco. Qual e melhor? Depende.</a:t>
            </a:r>
          </a:p>
          <a:p>
            <a:r>
              <a:t>! Nao da para otimizar todos os eixos. Escolha qual sacrificar.</a:t>
            </a:r>
          </a:p>
          <a:p>
            <a:r>
              <a:t>&gt; A decisao precisa ser documentada: ADR.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ADR = documentar decisao arquitetural. 3 secoes: Contexto, Decision, Consequencias.</a:t>
            </a:r>
          </a:p>
          <a:p>
            <a:r>
              <a:t>L Analogia: prontuario medico. Sintomas, diagnostico, efeitos colaterais.</a:t>
            </a:r>
          </a:p>
          <a:p>
            <a:r>
              <a:t>! ADR durante a decisao, nao depois como justificativa.</a:t>
            </a:r>
          </a:p>
          <a:p>
            <a:r>
              <a:t>&gt; Como saber quando mudar?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Nenhuma topologia e definitiva. Sinais sao metricas observaveis.</a:t>
            </a:r>
          </a:p>
          <a:p>
            <a:r>
              <a:t>L Analogia: painel do carro. Troca quando consumo sobre, manutencao frequente.</a:t>
            </a:r>
          </a:p>
          <a:p>
            <a:r>
              <a:t>! Trocar topologia 'por moda' = erro. Mude com base em metricas.</a:t>
            </a:r>
          </a:p>
          <a:p>
            <a:r>
              <a:t>&gt; Caso de estudo: MetaGPT.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MetaGPT aplica tudo: hierarchical + pipeline + SOPs. Entrada NL, saida = codigo funcional.</a:t>
            </a:r>
          </a:p>
          <a:p>
            <a:r>
              <a:t>L Analogia: simular empresa inteira em software. Cada agente = funcionario. SOPs = processos.</a:t>
            </a:r>
          </a:p>
          <a:p>
            <a:r>
              <a:t>! MetaGPT nao e 'magica'. Sao SOPs bem definidas + papeis claros + topologia adequada.</a:t>
            </a:r>
          </a:p>
          <a:p>
            <a:r>
              <a:t>&gt; Vamos praticar a decisao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1=Supervisor, 2=Supervisor/Swarm, 3=Pipeline, 4=Actor/Mesh, 5=Swarm, 6=Tree/Recursive.</a:t>
            </a:r>
          </a:p>
          <a:p>
            <a:r>
              <a:t>! ADR generico nao conta. ADR especifico: 'Supervisor porque sintese de 3 revisoes e requisito, latencia &lt;30s, custo de 5 LLM calls within budget.'</a:t>
            </a:r>
          </a:p>
          <a:p>
            <a:r>
              <a:t>&gt; Vamos resumir.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Recap: 12 topologias, 5 grupos, matriz de decisao, ADR, sinais de evolucao.</a:t>
            </a:r>
          </a:p>
          <a:p>
            <a:r>
              <a:t>&gt; Quiz rapido.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P1=C (Swarm), P2=B (Tool calls), P3=B (sem max_depth).</a:t>
            </a:r>
          </a:p>
          <a:p>
            <a:r>
              <a:t>L &gt;=2 acertos = compreensao basica.</a:t>
            </a:r>
          </a:p>
          <a:p>
            <a:r>
              <a:t>&gt; Conexoes com proximos modulos.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ETHAGT10 e o hub dos sistemas multi-agente. ETHAGT11 aprofunda event-driven. ETHAGT14 = escalabilidade. ETHAGT15 = meta-agentes.</a:t>
            </a:r>
          </a:p>
          <a:p>
            <a:r>
              <a:t>L MetaGPT e leitura obrigatoria — inspirou esta aula.</a:t>
            </a:r>
          </a:p>
          <a:p>
            <a:r>
              <a:t>&gt; Perguntas?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Se nao houver perguntas: 'Qual topologia voces usariam no projeto de voces hoje, e por que?'</a:t>
            </a:r>
          </a:p>
          <a:p>
            <a:r>
              <a:t>L Lab 1 (Hierarchical Teams) deve ser entregue antes da proxima aula.</a:t>
            </a:r>
          </a:p>
          <a:p>
            <a:r>
              <a:t>&gt; Obrigado. Na proxima: event-driven em profundidade.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Padroes de Arquitetura Multi-Agente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Especializacao em Programacao Agentica</a:t>
            </a:r>
            <a:br/>
            <a:r>
              <a:t>Fase C — Sistemas Multi-Agente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Modulo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dominar as topologias multi-agente — quando usar, trade-offs, e como escolher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especificos: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Caracterizar 12 topologias (when-to-use, when-to-avoid)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Justificar a escolha via ADR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Implementar ao menos 4 topologias em um mesmo dominio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Medir trade-offs (custo, latencia, qualidade)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Identificar sinais de que a topologia precisa evoluir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Objetivo: caracterizar, justificar, implementar, medir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Competencias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Programacao Agentica — A (Avancado)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— A (Avancado)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— B (Basico)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— B (Basico)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— B (Basico)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e C2 atingem nivel A: voce decide arquitetura multi-agente com justificativa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Competencias: C1 (A), C2 (A), C3-C6 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motivacao,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Catalogo das 12 Topologias (12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Supervisor e Hierarchical (15 min) — DEMO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Swarm e Handoffs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Pipeline e Orchestrator-Workers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Event-Driven, Actor Model, Mesh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Tree, Recursive + DEMO 2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(15 min) — matriz, ADR,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Problema da Topologia Padrao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'Vamos de supervisor' — a decisao default sem justificativa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Cenario: revisao de PR com 3 especialistas (code, security, docs)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Supervisor funciona, mas swarm talvez seja mais simples e barato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escolher errado: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Gargalo de latencia (supervisor serializa)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Custo excessivo (LLM call a cada roteamento)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Complexidade desnecessaria (hierarchical onde flat basta)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? Qual foi a topologia mais comum que voces ja usaram em projetos?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Do Single Agent ao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ReAct -&gt; AutoGen (arXiv:2308.08155)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MetaGPT (arXiv:2308.00352) — SOPs para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AgentVerse (arXiv:2308.10848) — assembling agents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OpenAI Swarm, CrewAI, LangGraph multi-agent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2026: arXiv:2601.12560 — survey de taxonomia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Confluencia: reasoning + tool calling + frameworks + custo reduzido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 como marco: SOPs aplicadas a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pergunta deixou de ser 'se' multi-agente, mas 'qual topologia'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Catalogo das 12 Topologias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As 12 Topologias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Single Agent · 1 agente + N tools (baseline)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Supervisor · roteador central + 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Hierarchical · arvore de supervisores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Blackboard · espaco compartilhado incremental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Actor Model · atores com mailbox, async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Pipeline · sequencia fixa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Event-Driven · agentes reagem a eventos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8. Swarm · handoffs sem central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9. Tree of Agents · arvore de exploracao (LATS)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10. Recursive · meta-agentes criam sub-agentes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11. Agent Mesh · P2P flat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12. Hybrid · composicao das anteriores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10-Architecture/architectures/catalog.md + arXiv:2601.12560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Catalogo: 12 topologias em 5 grupos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Espectro: Centralizado &lt;-&gt; Descentralizado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CENTRALIZADO: Supervisor, Hierarchical, Pipeline, Orchestrator-Workers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Controle forte, ordem previsivel, gargalo central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INTERMEDIARIO: Blackboard, Event-Driven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Desacoplamento parcial, coordenacao via barramento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DESCENTRALIZADO: Swarm, Mesh, Actor Model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 autoridade central, flexibilidade maxima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ESTRUTURADO (ortogonal): Tree, Recursive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Estrutura recursiva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 fundamental: controle x flexibilidade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Eixo: centralizado &lt;-&gt; descentralizado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Topologias Centralizadas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1 roteador (LLM) + N workers (tools)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Supervisor decide: qual worker, ordem, sintese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LangGraph: cada worker = tool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When-to-use: tarefas decomponiveis, &lt;=10 workers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When-to-avoid: baixa latencia, muitos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Hierarchical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Arvore de supervisores -&gt; workers -&gt; sub-workers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Top supervisor -&gt; sub-supervisores -&gt; workers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LangGraph: hierarchical_agent_teams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When-to-use: muitos workers, sub-dominios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When-to-avoid: sistemas pequenos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Topologias de Fluxo: Pipeline e Orchestrator-Workers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sequencia fixa de agentes (A -&gt; B -&gt; C)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step e um agente especializado; ordem predefinida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dinamico: proximo step decidido em runtime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Orchestrator-Workers: orchestrator particiona UMA tarefa em sub-tarefas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Diferenca do supervisor: orchestrator divide; supervisor roteia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When-to-use: passos predefinidos, previsibilidade, ordem importa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When-to-avoid: flexibilidade alta necessaria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ETHAGT03 (5 workflows canonicos)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Topologias Descentralizadas: Swarm, Mesh, Actor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Swarm: agentes leves com transfer() de controle (OpenAI)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 recebe tarefa -&gt; se nao for dele, transfere para 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 orquestrador — controle passa de agente para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 Mesh: topologia flat peer-to-peer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agente fala com qualquer outro diretamente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Actor Model: cada agente = ator com mailbox, async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Estado privado, sem estado compartilhado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Frameworks: Akka (JVM), Ray (Python), AutoGen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When-to-use: flexibilidade, escalabilidade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When-to-avoid: consistencia forte, coordenacao complexa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Topologias Estruturadas: Tree e Recursive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Tree of Agents: arvore de exploracao (LATS)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Agente expande possibilidades -&gt; avalia -&gt; seleciona melhor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Como MCTS aplicado a agentes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Recursive: meta-agentes que instanciam sub-agentes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'Preciso de especialista em X' -&gt; cria agente X -&gt; delega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Sub-agentes podem criar sub-sub-agentes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When-to-use: exploracao de solucoes, decomposicao recursiva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When-to-avoid: custo explode, profundidade incontrolavel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Preview: ETHAGT15 (meta-agentes em profundidade)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Reativas e Hibridas: Event-Driven, Blackboard,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Event-Driven: agentes reagem a eventos via mensageria (Kafka, NATS)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Preview: ETHAGT11 (Event-Driven Agents em profundidade)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Blackboard: espaco compartilhado onde agentes leem/escrevem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Origem: Hearsay-II (1971-1976), IA classica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Precursor do event-driven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Hybrid: composicao das topologias anteriores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 regra em producao real, nao a excecao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When-to-use: assincronia, desacoplamento, mundo real (hybrid)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When-to-avoid: simplicidade (over-engineering em prototipos)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Single Agent — O Baseline Esquecido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Single Agent = 1 agente com N tools (nao e multi-agente, mas e o baseline)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NAO ir para multi-agente: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Tarefa nao se decompoe naturalmente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Latencia nao e problema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Custo precisa ser minimo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Um agente com boas tools resolve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com single agent, so suba para multi-agente com evidencia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Conexao: ETHAGT01 (escalada de complexidade)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Exercicio: Matching Cenario -&gt; Topologia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cenario, vote na topologia: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'Chatbot de suporte com escalonamento'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'Revisao de PR com 3 especialistas'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'Relatorio financeiro em etapas'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'Simulacao de mercado'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'Assistente pessoal multi-funcao'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'Pesquisa autonomo com exploracao'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Votacao rapida (maos levantadas)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Supervisor e Hierarchical: A Topologia Default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Supervisor Pattern: O Roteador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= LLM que roteia tarefas para workers especializados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Workers sao especializados: pesquisa, escrita, analise, etc.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decide: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Qual worker chamar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Em que ordem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Quando sintetizar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supervisor = tech lead, workers = desenvolvedores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LangGraph multi-agent-collaboration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12-Diagrams/ETHAGT10/supervisor-topology.mmd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Diagrama: supervisor-topology.mmd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Supervisor como Tool Calls (LangGraph)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langgraph.prebuilt import create_react_agent</a:t>
            </a:r>
            <a:br/>
            <a:br/>
            <a:r>
              <a:t>researcher = create_react_agent(model, tools=[search])</a:t>
            </a:r>
            <a:br/>
            <a:r>
              <a:t>writer = create_react_agent(model, tools=[write])</a:t>
            </a:r>
            <a:br/>
            <a:br/>
            <a:r>
              <a:t>supervisor = create_react_agent(</a:t>
            </a:r>
            <a:br/>
            <a:r>
              <a:t>    model,</a:t>
            </a:r>
            <a:br/>
            <a:r>
              <a:t>    tools=[researcher, writer, analyst]</a:t>
            </a:r>
            <a:br/>
            <a:r>
              <a:t>)</a:t>
            </a:r>
            <a:br/>
            <a:br/>
            <a:r>
              <a:t># Supervisor e um ReAct onde as "tools" sao agentes</a:t>
            </a:r>
            <a:br/>
            <a:r>
              <a:t># Fluxo: supervisor -&gt; tool_call -&gt; worker -&gt; return -&gt; 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Hierarchical — Arvore de Supervisores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Hierarchical = supervisor de supervisores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Estrutura: top supervisor -&gt; sub-supervisores -&gt; workers -&gt; (sub-workers)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nivel delega para o nivel abaixo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Caso: revisao de PR -&gt; top supervisor -&gt;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(code reviewer sup, security sup, docs sup) -&gt; 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LangGraph hierarchical_agent_teams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12-Diagrams/ETHAGT10/hierarchical-topology.mmd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Diagrama: hierarchical-topology.mmd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Escalar Hierarquia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Flat (1 nivel): supervisor + workers — simples, baixa latencia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 niveis: top supervisor + sub-supervisores + workers — dominios distintos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niveis: raramente necessario — custo e latencia explodem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Criterio: escalar quando workers de um supervisor &gt; 5-7 (limite cognitivo)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prefira flat; so adicione nivel com evidencia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nivel adiciona: latencia (hop de LLM), custo (LLM calls), complexidade (debug)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de Falha — Supervisor Gargalo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vira bottleneck: todas as requisicoes passam por ele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Latencia cumulativa: supervisor serializa todas as chamadas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supervisor faz LLM call a cada roteamento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Single point of failure: se supervisor alucina, sistema falha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Sinal de alerta: latencia &gt; 30s para tarefas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Solucoes: paralelizar workers, migrar para swarm, hierarchical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de Falha — Workers Redundantes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Workers com responsabilidades sobrepostas -&gt; supervisor nao sabe qual escolher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roteamento errado, retrabalho, custo duplicado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Solucao: responsabilidade exclusiva por worker (SRP)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Sinal: supervisor chama 2+ workers para a mesma sub-tarefa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Hierarchical Teams (Lab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Topologia: supervisor -&gt; (researcher, writer) -&gt; writer -&gt; formatter</a:t>
            </a:r>
            <a:br/>
            <a:br/>
            <a:r>
              <a:t>Tarefa: "Escreva um resumo sobre topico X"</a:t>
            </a:r>
            <a:br/>
            <a:br/>
            <a:r>
              <a:t>Fluxo:</a:t>
            </a:r>
            <a:br/>
            <a:r>
              <a:t>1. Supervisor delega para researcher</a:t>
            </a:r>
            <a:br/>
            <a:r>
              <a:t>2. Researcher pesquisa -&gt; retorna</a:t>
            </a:r>
            <a:br/>
            <a:r>
              <a:t>3. Supervisor delega para writer</a:t>
            </a:r>
            <a:br/>
            <a:r>
              <a:t>4. Writer escreve -&gt; delega formatacao para formatter</a:t>
            </a:r>
            <a:br/>
            <a:r>
              <a:t>5. Formatter formata -&gt; retorna para writer</a:t>
            </a:r>
            <a:br/>
            <a:r>
              <a:t>6. Writer retorna para supervisor</a:t>
            </a:r>
            <a:br/>
            <a:r>
              <a:t>7. Supervisor sintetiza resposta final</a:t>
            </a:r>
            <a:br/>
            <a:br/>
            <a:r>
              <a:t>Codigo: 05-Labs/ETHAGT10/Lab1-Hierarchical-Teams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DEMO: Hierarchical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Em quantos niveis de hierarquia o supervisor se torna gargalo?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O que acontece se o researcher retornar informacao errada?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Quem detecta?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O formatter deveria ser sub-worker do writer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ou worker do supervisor?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MetaGPT — SOPs como Hierarquia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MetaGPT: framework multi-agente baseado em SOPs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(Standard Operating Procedures)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Papeis: Product Manager -&gt; Architect -&gt; Engineer -&gt; QA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papel = um agente com responsabilidade especifica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SOPs codificam o fluxo: PRD -&gt; design doc -&gt; codigo -&gt; testes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Licao: a hierarquia reflete a organizacao humana de uma software house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arXiv:2308.00352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Paper: arXiv:2308.00352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Crew Formation — Montando uma Equipe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Crew = conjunto de agentes com papeis, objetivos e backstory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CrewAI: Agent(role, goal, backstory) + Task(description, agent)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+ Crew(agents, tasks, process)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Process: sequential (pipeline) ou hierarchical (supervisor)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AgentVerse (arXiv:2308.10848): assembling agents como montar equipe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? Como voce montaria uma crew para revisar um PR?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— Hierarchical ou Flat?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cenario, vote: Flat, 2 niveis, ou 3 niveis?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'Sistema com 3 dominios distintos (code, security, docs)'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'Chatbot simples com 3 ferramentas'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'Software house simulado com 6 papeis'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'Assistente de viagem com 4 sub-tarefas'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Votacao rapida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Swarm e Handoffs: Controle Descentralizado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OpenAI Swarm — Transfer de Controle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OpenAI Swarm (2024): agentes leves com transfer() de controle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Agente A recebe tarefa -&gt; se nao for dele, transfer(to=agent_b)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Nao ha orquestrador central — controle passa de agente para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triagem em hospital — paciente repassado ate o especialista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e passado no handoff (context transfer)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12-Diagrams/ETHAGT10/swarm-topology.mmd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Diagrama: swarm-topology.mmd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Quando Transfer e Melhor que Roteamento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Swarm e melhor quando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Nao ha necessidade de sintese central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Agentes especializados em dominios distintos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Latencia importa (sem supervisor como hop)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Tarefa e 'encontrar o especialista certo'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Supervisor e melhor quando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Sintese de multiplos workers necessaria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Controle de ordem importa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Estado global precisa ser mantido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Limites do 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Coordenacao complexa: swarm nao orquestra, so transfere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compartilhado: cada handoff passa contexto, pode crescer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Loops: A transfere para B que transfere de volta para 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visao global: nenhum agente 'sabe' o estado do sistema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Debugging dificil: tracar o caminho do handoff e nao-trivial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producao: adicione max_handoffs e deteccao de ciclo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Swarm vs Supervisor — Comparacao Estrutural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Eixo               | Swarm          | Supervisor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-------------------|----------------|------------------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Controle central   | Nenhum         |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Sintese            | Nao nativa     | Nativa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Latencia           | Baixa          | Media (1 hop)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             | Baixo          | Medio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Complexidade       | Baixa          | Media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Escalabilidade     | Alta           | Limitada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Debugging          | Dificil        | Mais facil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global      | Nao            | Sim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Nao ha vencedor — ha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— Swarm ou Supervisor?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Discussao aberta (3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'Para revisao de PR com 3 especialistas: swarm ou supervisor?'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'E se precisarmos sintetizar as 3 revisoes em um relatorio?'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'E se cada especialista trabalha de forma independente?'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Pipeline e Orchestrator-Workers: Fluxo Controlado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Pipeline Fixo vs Dinamico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fixo: A -&gt; B -&gt; C (sequencia predefinida, codigo orquestra)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step e um agente especializado; ordem hardcoded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dinamico: A decide se vai para B ou C (runtime decision)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Proximo step decidido em runtime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Fixo = workflow (ETHAGT03); dinamico = agente orquestrando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 multi-agente: research -&gt; draft -&gt; review -&gt; publish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Orchestrator-Workers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 = agente que particiona a tarefa e delega para 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 do supervisor: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Orchestrator PARTICIONA uma tarefa em sub-tarefas distintas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Supervisor ROTEIA a tarefa inteira para um worker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Orchestrator: 'divida e conquiste' -&gt; sintese no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Anthropic, Building Effective Agents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Composicao — Pipeline + Hierarchical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onde um 'step' e um sub-sistema hierarchical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pipeline (research -&gt; [hierarchical: code, security, docs] -&gt; publish)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 step de revisao e um supervisor com 3 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Composicao e a regra, nao excecao — sistemas reais sao hybrid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Padrao: pipeline no macro, hierarchical/swarm no micro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Pipeline &gt; 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e melhor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Passos sao conhecidos e fixos (previsibilidade)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Ordem importa (A antes de 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Custo precisa ser controlado (sem roteamento dinamico)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Nao ha necessidade de decisao em runtime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e melhor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Passos sao imprevisiveis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Ordem depende do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Multiplos workers em ordem variavel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— Pipeline ou Agente?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cenario, vote Pipeline (P) ou Agente (A) e justifique: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'Geracao de relatorio financeiro trimestral'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'Investigacao de incidente de seguranca'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'Processamento de pedidos de e-commerce' -&gt;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Event-Driven, Actor Model e Mesh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Event-Driven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reagem a eventos (nao a chamadas diretas)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 broker (Kafka, Redis Streams, NATS) como barramento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Agente A publica evento -&gt; Agente B consome -&gt; reage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Desacoplamento total: A nao sabe quem consome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Preview: ETHAGT11 (Event-Driven Agents em profundidade)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Actor Model — Fundacao de Escalabilidade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agente = ator com: estado privado + mailbox + comportamento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Atores se comunicam apenas por mensagens assincronas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estado compartilhado -&gt; sem race conditions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Escalabilidade natural: milhares de atores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Frameworks: Akka (JVM), Ray (Python), Microsoft AutoGen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Hewitt, 1973 (origem); AutoGen (arXiv:2308.08155)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Agent Mesh — P2P sem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 Mesh: topologia flat peer-to-peer, sem orquestrador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agente pode falar com qualquer outro diretamente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sem single point of failure, escalabilidade maxima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coordenacao sem central -&gt; protocolos de consenso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simulacoes, sistemas distribuidos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evitar: controle global, consistencia forte, muitos agentes (N^2)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Blackboard — O Padrao Esquecido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Blackboard: espaco compartilhado onde agentes leem e escrevem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Origem: Hearsay-II (1971-1976), IA classica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A escreve hipotese -&gt; B le e refina -&gt; C le e valida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Nao ha orquestrador — agentes monitoram e reagem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multiplas perspectivas, solucao incremental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Conexao: precursor do event-driven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— Mesh vs Hierarchical?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Discussao aberta (3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'Mesh e sempre a topologia mais escalavel?' (V/F — justifique)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'Em que cenario mesh e melhor que hierarchical?'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'E se precisarmos de uma decisao global coordenada?'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Tree of Agents, Recursive e DEMO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Tree of Agents (LATS)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LATS (Language Agent Tree Search): arvore de possiveis acoes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expande possibilidades -&gt; avalia -&gt; seleciona melhor caminho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MCTS (Monte Carlo Tree Search) aplicado a agentes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problemas com multiplos caminhos, needing exploration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exponencial com profundidade da arvore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arXiv:2310.01757; ETHAGT04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Recursive — Meta-Agentes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Recursive: agente que instancia sub-agentes para resolver sub-tarefas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Meta-agente: 'preciso de especialista em X' -&gt; cria agente X -&gt; delega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Auto-referencia: sub-agentes podem criar sub-sub-agentes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Preview: ETHAGT15 (meta-agentes e auto-aprendizado)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problemas abertos onde especialistas sao desconhecidos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Recursive — Anti-Pattern?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Recursive e anti-pattern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Custo explode (cada nivel = LLM calls adicionais)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Profundidade incontrolavel (sem max_depth)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Sub-agentes redundantes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Latencia inaceitavel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Recursive NAO e anti-pattern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Decomposicao natural do problema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max_depth definido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Sub-tarefas genuinamente distintas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? Recursive e sempre anti-pattern? Quando nao?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Swarm vs Supervisor (Lab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Tarefa: "Revisao de PR com 3 especialistas"</a:t>
            </a:r>
            <a:br/>
            <a:br/>
            <a:r>
              <a:t>Versao 1: Supervisor</a:t>
            </a:r>
            <a:br/>
            <a:r>
              <a:t>  - 3 workers: code, security, docs</a:t>
            </a:r>
            <a:br/>
            <a:r>
              <a:t>  - Supervisor roteia via tool calls</a:t>
            </a:r>
            <a:br/>
            <a:r>
              <a:t>  - Sintetiza as 3 revisoes</a:t>
            </a:r>
            <a:br/>
            <a:br/>
            <a:r>
              <a:t>Versao 2: Swarm</a:t>
            </a:r>
            <a:br/>
            <a:r>
              <a:t>  - 3 agentes com handoffs</a:t>
            </a:r>
            <a:br/>
            <a:r>
              <a:t>  - Sem orquestrador central</a:t>
            </a:r>
            <a:br/>
            <a:r>
              <a:t>  - Cada agente transfere para o especialista</a:t>
            </a:r>
            <a:br/>
            <a:br/>
            <a:r>
              <a:t>Medir:</a:t>
            </a:r>
            <a:br/>
            <a:r>
              <a:t>  - Latencia (tempo total)</a:t>
            </a:r>
            <a:br/>
            <a:r>
              <a:t>  - Custo (tokens / LLM calls)</a:t>
            </a:r>
            <a:br/>
            <a:r>
              <a:t>  - Qualidade (subjetiva)</a:t>
            </a:r>
            <a:br/>
            <a:br/>
            <a:r>
              <a:t>Codigo: 05-Labs/ETHAGT10/Lab2-Swarm-vs-Supervisor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DEMO: Swarm vs Supervisor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Qual topologia teve menor latencia? Por que?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Qual teve menor custo? E melhor qualidade?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Em que cenario voce inverteria a escolha?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Escolha de Topologia e ADR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Matriz de Decisao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 eixos: consistencia x latencia x custo x flexibilidade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Supervisor:    alta consistencia, latencia media, custo medio, flex.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Swarm:         consistencia baixa, latencia baixa, custo baixo, flex. alta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     alta consistencia, latencia alta (serial), custo baixo, flex.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Mesh:          consistencia baixa, latencia baixa, custo medio, flex. maxima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Hierarchical:  alta consistencia, latencia alta, custo alto, flex. media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Hybrid:        balanceado (depende da composicao)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escolha e um trade-off: qual eixo e mais importante?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12-Diagrams/ETHAGT10/decision-matrix.mmd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Diagrama: decision-matrix.mmd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ADR de Topologia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(Architecture Decision Record) para topologia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Contexto: problema, requisitos, restricoes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Decision: topologia escolhida + justificativa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Consequencias: trade-offs aceitos, riscos, sinais de evolucao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'Revisao de PR -&gt; Supervisor (sintese necessaria,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 especialistas, baixa latencia nao critica)'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Template: 08-ADRs/ETHAGT10/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Sinais de Evolucao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precisa evoluir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Latencia crescente (supervisor gargalo)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Workers &gt; 7 (limite cognitivo)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Necessidade de paralelismo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 precisa evoluir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Necessidade de sintese global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Loops de handoff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Estado compartilhado crescendo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precisa evoluir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Passos imprevisiveis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Necessidade de decisao dinamica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monitore metricas, nao intuicao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 — MetaGPT Software 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 simula uma software house completa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Papeis: Product Manager -&gt; Architect -&gt; Engineer -&gt; QA -&gt; Tester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Topologia: hierarchical com SOPs codificando o fluxo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Entrada: 'Build a 2048 game'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Saida: codigo + testes + docs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codigo funcional em minutos, nao dias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Licao: a topologia reflete a estrutura organizacional humana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arXiv:2308.00352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Paper: arXiv:2308.00352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— 6 Cenarios + ADR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grupos (3 min discussao + 2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cenario, propor topologia + esqueleto de ADR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'Chatbot de suporte com escalonamento humano'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'Sistema de revisao de codigo com 3 especialistas'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'Pipeline de geracao de relatorio financeiro'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'Simulacao de mercado com multiplos agentes'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'Assistente pessoal multi-funcao'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'Sistema de pesquisa autonomo com exploracao'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Escrever: Contexto, Decision, Consequencias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 +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12 topologias catalogadas (5 grupos)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= roteador com tool calls; Hierarchical = arvore de supervisores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 = handoffs sem central; Pipeline = sequencia controlada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Actor Model = mensagens async; Mesh = P2P flat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Tree = exploracao; Recursive = meta-agentes (cuidado com custo)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Escolha via matriz + ADR; Sinais de evolucao por metricas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Checklist: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Catalogou as 12 topologias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Implementou supervisor + hierarchical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Comparou swarm vs supervisor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Escreveu ADR de topologia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Identificou sinais de evolucao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3 Perguntas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P1: Qual topologia NAO tem orquestrador central?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A) Supervisor  B) Hierarchical  C) Swarm  D) Pipeline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P2: Em LangGraph, o supervisor roteia para workers via: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A) Eventos  B) Tool calls  C) Handoffs  D) Mailbox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P3: Recursive e anti-pattern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A) Decomposicao natural  B) max_depth nao definido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C) Sub-tarefas distintas  D) Profundidade 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Conexao com Proximos Modulos + 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Conexoes: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ETHAGT11 — Event-Driven Agents (event-driven em profundidade)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ETHAGT14 — Escalabilidade (topologias em producao)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ETHAGT15 — Meta-Agentes (recursive e auto-aprendizado)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ETHAGT90 — Capstone (projeto final)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obrigatoria: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Hong et al. MetaGPT (arXiv:2308.00352)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LangGraph Multi-Agent (hierarchical_agent_teams)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OpenAI Swarm (repo, 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recomendada: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Chen et al. AgentVerse (arXiv:2308.10848)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AutoGen (arXiv:2308.08155)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Proxima aula: ETHAGT11 — Event-Driven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ETHAGT10</a:t>
            </a:r>
            <a:br/>
            <a:r>
              <a:t>Proxima aula: ETHAGT11 — Event-Driven Agents</a:t>
            </a:r>
            <a:br/>
            <a:r>
              <a:t>Lembrete: entregar Lab 1 antes da proxima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