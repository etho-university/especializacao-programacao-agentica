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Fase D. Onde protótipos viram produção. Um agente que funciona para 1 usuário não é um sistema escalável.</a:t>
            </a:r>
          </a:p>
          <a:p>
            <a:r>
              <a:t>💡 Analogia: cozinhar para a família vs abrir um restaurante. Mesmos ingredientes, engenharia diferente.</a:t>
            </a:r>
          </a:p>
          <a:p>
            <a:r>
              <a:t>❓ 'Quantos já colocaram agente em produção para +100 usuários?'</a:t>
            </a:r>
          </a:p>
          <a:p>
            <a:r>
              <a:t>⚠️ Escala ≠ mais servidores. Escala é reduzir custo, latência e contenção sistemicamente.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Objetivos mensuráveis: identificar, aplicar, distribuir, otimizar, operar.</a:t>
            </a:r>
          </a:p>
          <a:p>
            <a:r>
              <a:t>❓ 'Qual objetivo é mais urgente no trabalho de vocês?' (geralmente caching ou FinOps)</a:t>
            </a:r>
          </a:p>
          <a:p>
            <a:r>
              <a:t>⚠️ Priorizem caching antes de distribuição (ordem errada: sharding antes de cache).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Módulo terminal — 4 competências em Avançado. Avançado = arquitetar, defender, operar.</a:t>
            </a:r>
          </a:p>
          <a:p>
            <a:r>
              <a:t>⚠️ Alunos subestimam C4 aqui. Memória distribuída é o calcanhar de Aquiles da escala.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1: diagnóstico + caching (estrela). Bloco 2: arquitetura + FinOps.</a:t>
            </a:r>
          </a:p>
          <a:p>
            <a:r>
              <a:t>1 DEMO ao vivo (Slide 26), 3 exercícios rápidos, quiz final.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Escala linear é o pesmaro. 10k usuários × 10 consultas/dia × R$0,50 = R$1,5M/mês. Sem caching/routing/FinOps, quebra em 30 dias.</a:t>
            </a:r>
          </a:p>
          <a:p>
            <a:r>
              <a:t>💡 Analogia: restaurante servindo 10 vs 1.000 clientes no mesmo horário.</a:t>
            </a:r>
          </a:p>
          <a:p>
            <a:r>
              <a:t>❓ 'Qual o maior custo oculto?' (deixar 2-3 responderem — contexto crescente, retries, logs)</a:t>
            </a:r>
          </a:p>
          <a:p>
            <a:r>
              <a:t>⚠️ Custo de LLM é só 60-70% do total. Infra é 30-40%.</a:t>
            </a:r>
          </a:p>
          <a:p>
            <a:r>
              <a:t>➡️ Por que só agora escala é urgente?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2026 a pergunta virou 'como escalo sem quebrar o caixa?'. Empresas gastando 6 dígitos/mês percebem que sem engenharia de escala, não dá.</a:t>
            </a:r>
          </a:p>
          <a:p>
            <a:r>
              <a:t>💡 Analogia: web em 1999. Primeiro vieram os sites, depois a pergunta: como servir 1M de usuários?</a:t>
            </a:r>
          </a:p>
          <a:p>
            <a:r>
              <a:t>⚠️ Escala não é só problema do DevOps. Começa no design do agente.</a:t>
            </a:r>
          </a:p>
          <a:p>
            <a:r>
              <a:t>➡️ Vamos diagnosticar gargalos.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gargalos. Os próximos 8 slides identificam os 5 gargalos principais. Cada um tem uma técnica de mitigação que veremos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 é gargalo serial. Cada chamada leva segundos; em loop ReAct, são sequenciais. 1.000 usuários simultâneos sem paralelização = fila cresce.</a:t>
            </a:r>
          </a:p>
          <a:p>
            <a:r>
              <a:t>💡 Analogia: restaurante com 1 cozinheiro. Adicionar cozinheiro (réplica) ou pré-preparar (caching) reduz espera.</a:t>
            </a:r>
          </a:p>
          <a:p>
            <a:r>
              <a:t>❓ 'Qual a latência p95 do agente mais crítico de vocês?'</a:t>
            </a:r>
          </a:p>
          <a:p>
            <a:r>
              <a:t>⚠️ Confundir TTFT com latência total. TTFT é só até o primeiro token.</a:t>
            </a:r>
          </a:p>
          <a:p>
            <a:r>
              <a:t>➡️ Latência não é o único problema. Custo cresce mais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custo oculto que mais surpreende. Em loop ReAct, cada step reenvia histórico. Não é 5 × 1k = 5k — é soma triangular ≈ n²/2.</a:t>
            </a:r>
          </a:p>
          <a:p>
            <a:r>
              <a:t>💡 Analogia: reunião onde cada participante ouve todo o histórico. Custo de comunicação cresce quadraticamente.</a:t>
            </a:r>
          </a:p>
          <a:p>
            <a:r>
              <a:t>⚠️ Calcular custo como 'steps × tokens-por-step'. Errado. Use soma triangular.</a:t>
            </a:r>
          </a:p>
          <a:p>
            <a:r>
              <a:t>➡️ E quando mil usuários fazem isso ao mesmo tempo?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Rate limit é o teto duro. Por mais que tenham orçamento, a API limita por minuto.</a:t>
            </a:r>
          </a:p>
          <a:p>
            <a:r>
              <a:t>💡 Analogia: porta giratória. Só passa N pessoas/min. Empurrar mais gente não acelera — trava.</a:t>
            </a:r>
          </a:p>
          <a:p>
            <a:r>
              <a:t>❓ 'Vocês já tomaram 429 em produção?' (mãos levantadas)</a:t>
            </a:r>
          </a:p>
          <a:p>
            <a:r>
              <a:t>⚠️ Retry sem backoff = tempestade de retries. Sempre exponencial com jitter.</a:t>
            </a:r>
          </a:p>
          <a:p>
            <a:r>
              <a:t>➡️ Mesmo com rate limit ok, há outro problema: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Agentes têm estado. Em 1 instância, mora em memória. Com réplicas, usuário pode cair em réplica diferente. Solução: externalizar (Redis/Postgres). Transforma stateful em 'stateless-friendly'.</a:t>
            </a:r>
          </a:p>
          <a:p>
            <a:r>
              <a:t>💡 Analogia: hotel. Troca de quarto a cada dia → guarda coisas no cofre da recepção (Redis).</a:t>
            </a:r>
          </a:p>
          <a:p>
            <a:r>
              <a:t>⚠️ Estado em memória sem checkpoint. Deploy/crash = perda total.</a:t>
            </a:r>
          </a:p>
          <a:p>
            <a:r>
              <a:t>➡️ Vamos visualizar todos os gargalos.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Diagrama-chave da aula. Cada nó é gargalo. LLM é dominante. Tools somam latência. Contexto multiplica custo. Loop multiplica tudo. Atacar nó vermelho de maior impacto (geralmente caching na LLM).</a:t>
            </a:r>
          </a:p>
          <a:p>
            <a:r>
              <a:t>💡 Analogia: via expressa. Cada semáforo/obra/pedágio é gargalo. Otimizar um semáforo não adianta se o pedágio é o gargalo real. Measure first.</a:t>
            </a:r>
          </a:p>
          <a:p>
            <a:r>
              <a:t>❓ 'No sistema de vocês, qual nó é o mais vermelho?'</a:t>
            </a:r>
          </a:p>
          <a:p>
            <a:r>
              <a:t>➡️ Para otimizar, precisamos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métricas, vocês otimizam no escuro. 5 dimensões formam o dashboard mínimo. p99 revela outliers (usuário esperando 30s). Custo deve ser por execução (granular).</a:t>
            </a:r>
          </a:p>
          <a:p>
            <a:r>
              <a:t>💡 Analogia: painel de carro. Não basta velocidade média — precisa combustível, temperatura, RPM.</a:t>
            </a:r>
          </a:p>
          <a:p>
            <a:r>
              <a:t>⚠️ 'Premature optimization is the root of all evil' — Knuth. Meçam primeiro.</a:t>
            </a:r>
          </a:p>
          <a:p>
            <a:r>
              <a:t>➡️ Pergunta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a turma falar. Respostas comuns: contexto crescente, retries sem log, tools que chamam APIs pagas, logs verbosos, observabilidade cara. Lição: custo de LLM é 60-70%. Os 30-40% são 'invisíveis'.</a:t>
            </a:r>
          </a:p>
          <a:p>
            <a:r>
              <a:t>❓ Deixar 3-4 alunos compartilharem.</a:t>
            </a:r>
          </a:p>
          <a:p>
            <a:r>
              <a:t>⚠️ Calcular TCO esquecendo observabilidade e rede.</a:t>
            </a:r>
          </a:p>
          <a:p>
            <a:r>
              <a:t>➡️ Agora o tratamento. Caching é a primeira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Caching é a otimização de maior ROI. Custo baixo, impacto alto, risco baixo. Se só vão implementar uma técnica, implementem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30-60% das queries em produção são repetidas ou similares. Cache hit nessas = custo zero, latência ~50ms vs 2-3s do LLM. Única otimização que reduz custo E latência simultaneamente.</a:t>
            </a:r>
          </a:p>
          <a:p>
            <a:r>
              <a:t>💡 Analogia: biblioteca. Sem cache, toda pergunta vai ao arquivo morto (LLM). Com cache, frequentes ficam no balcão.</a:t>
            </a:r>
          </a:p>
          <a:p>
            <a:r>
              <a:t>⚠️ Achar que cache é só 'memória'. É estratégia: o quê, quanto tempo, como invalidar.</a:t>
            </a:r>
          </a:p>
          <a:p>
            <a:r>
              <a:t>➡️ Do mais simples ao mais sofisticado.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Exact match é o cache mais simples. Hash do prompt = chave. Se existe, retorna. Senão, chama LLM, armazena.</a:t>
            </a:r>
          </a:p>
          <a:p>
            <a:r>
              <a:t>💡 Analogia: reconhecer cliente pelo nome exato. 'João da Silva' = hit. 'João Silva' = miss.</a:t>
            </a:r>
          </a:p>
          <a:p>
            <a:r>
              <a:t>❓ 'Em qual caso exact match falha?' (qualquer variação)</a:t>
            </a:r>
          </a:p>
          <a:p>
            <a:r>
              <a:t>⚠️ Esquecer de normalizar antes de hashar (lowercase, trim).</a:t>
            </a:r>
          </a:p>
          <a:p>
            <a:r>
              <a:t>➡️ E se perguntas forem semanticamente iguais com palavras diferentes?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Onde a mágica acontece. Compara SIGNIFICADO, não strings. Embeddings convertem query em vetor; busca vetorial encontra a mais similar. Se &gt; threshold (e.g., 0.92), hit. Captura variações linguísticas, typos, sinônimos. Hit rate tipicamente dobra vs exact match.</a:t>
            </a:r>
          </a:p>
          <a:p>
            <a:r>
              <a:t>💡 Analogia: balconista experiente. Entende que variações da mesma pergunta são a mesma pergunta.</a:t>
            </a:r>
          </a:p>
          <a:p>
            <a:r>
              <a:t>⚠️ Usar embedding caro para cache. Use text-embedding-3-small (~1000x mais barato que LLM).</a:t>
            </a:r>
          </a:p>
          <a:p>
            <a:r>
              <a:t>➡️ Como implementar?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Implementação direta. Embedding é ~1000x mais barato que LLM. Mesmo com hit rate 20%, já vale a pena. TTL obrigatório para evitar cache stale.</a:t>
            </a:r>
          </a:p>
          <a:p>
            <a:r>
              <a:t>💡 Analogia: sugestão do Google. Calcula embedding da query parcial, busca similares.</a:t>
            </a:r>
          </a:p>
          <a:p>
            <a:r>
              <a:t>⚠️ Esquecer TTL. Sem TTL, cache acumula queries obsoletas.</a:t>
            </a:r>
          </a:p>
          <a:p>
            <a:r>
              <a:t>➡️ Threshold é o parâmetro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Threshold é delicado. Alto = só captura quase idênticas. Baixo = captura tudo, inclusive o que não deveria. Falso positivo é grave — serve resposta errada como certa.</a:t>
            </a:r>
          </a:p>
          <a:p>
            <a:r>
              <a:t>💡 Analogia: controle de fronteira. Muito rigoroso = poucos entram. Muito frouxo = entra gente errada.</a:t>
            </a:r>
          </a:p>
          <a:p>
            <a:r>
              <a:t>❓ Duplas (2 min): 'Em que tipo de sistema threshold baixo? E alto?' (baixo: FAQs; alto: dados numéricos)</a:t>
            </a:r>
          </a:p>
          <a:p>
            <a:r>
              <a:t>⚠️ Configurar uma vez e nunca revisar. Threshold ótimo muda.</a:t>
            </a:r>
          </a:p>
          <a:p>
            <a:r>
              <a:t>➡️ Outro cache: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Embeddings são determinísticos. Re-embeddar documentos em cada query é desperdício. Cachear por hash do texto. Em RAG com milhões de docs, economiza muita computação.</a:t>
            </a:r>
          </a:p>
          <a:p>
            <a:r>
              <a:t>💡 Analogia: biblioteca que re-cataloga o mesmo livro toda vez. Bobo. Cataloga uma vez.</a:t>
            </a:r>
          </a:p>
          <a:p>
            <a:r>
              <a:t>⚠️ Trocar modelo de embedding sem invalidar cache. Vetores incompatíveis = lixo.</a:t>
            </a:r>
          </a:p>
          <a:p>
            <a:r>
              <a:t>➡️ E os resultados de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 results são cache subaproveitado. search_docs('configurar Redis') não muda → cachear por horas. Reduz latência e custo de API externa. MAS só tools idempotentes.</a:t>
            </a:r>
          </a:p>
          <a:p>
            <a:r>
              <a:t>💡 Analogia: cache do navegador. Imagens/CSS cacheiam (estáticos). POST de formulário nunca (muta estado).</a:t>
            </a:r>
          </a:p>
          <a:p>
            <a:r>
              <a:t>❓ 'Quais tools de vocês são idempotentes e cacheáveis?'</a:t>
            </a:r>
          </a:p>
          <a:p>
            <a:r>
              <a:t>⚠️ Cachear 'enviar email'. Disaster. SEMPRE verificar idempotência.</a:t>
            </a:r>
          </a:p>
          <a:p>
            <a:r>
              <a:t>➡️ Cache tem um inimigo: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'There are only two hard things in CS: cache invalidation and naming things.' TTL é simples mas impreciso. Event-driven é preciso mas complexo. Em agentes, contexto muda a cada step → cache por step.</a:t>
            </a:r>
          </a:p>
          <a:p>
            <a:r>
              <a:t>💡 Analogia: cardápio de restaurante. TTL = impresso semanalmente (pode estar desatualizado). Event-driven = garçom pergunta cozinha.</a:t>
            </a:r>
          </a:p>
          <a:p>
            <a:r>
              <a:t>⚠️ Cachear sem invalidar quando fonte muda. Cliente recebe preço antigo.</a:t>
            </a:r>
          </a:p>
          <a:p>
            <a:r>
              <a:t>➡️ E se alguém injetar dados errados?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Risco real e subestimado. Sistema multi-tenant com cache compartilhado: tenant malicioso injeta resposta errada ('capital do Brasil = São Paulo'), todos recebem.</a:t>
            </a:r>
          </a:p>
          <a:p>
            <a:r>
              <a:t>💡 Analogia: placa falsa no museu ('Mona Lisa — 1990'). Outros leem e acreditam. Solução: placas só por curadores.</a:t>
            </a:r>
          </a:p>
          <a:p>
            <a:r>
              <a:t>⚠️ Cache compartilhado entre tiers gratuito e pago. Gratuito envenena pago.</a:t>
            </a:r>
          </a:p>
          <a:p>
            <a:r>
              <a:t>➡️ Vamos arquitetar múltiplos caches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Camadas combinam velocidade e cobertura. L1 (memória da instância) mais rápida mas só serve aquela instância. L2 (Redis) compartilhada entre réplicas. L3 (prompt cache do provider) cacheia prefixo.</a:t>
            </a:r>
          </a:p>
          <a:p>
            <a:r>
              <a:t>💡 Analogia: memória de computador. L1 = registrador (instantâneo), L2 = RAM, L3 = SSD, LLM = internet (lenta).</a:t>
            </a:r>
          </a:p>
          <a:p>
            <a:r>
              <a:t>➡️ Hora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Primeira execução sem cache: cada query demora ~2-3s e custa R$0,05. Segunda com cache semântico: primeira vai ao LLM (miss), similares são hits (~50ms, ~R$0,001).</a:t>
            </a:r>
          </a:p>
          <a:p>
            <a:r>
              <a:t>💡 Analogia: ligar ar-condicionado pela primeira vez vs deixá-lo ligado. Primeiro ciclo gasta energia, depois só mantém.</a:t>
            </a:r>
          </a:p>
          <a:p>
            <a:r>
              <a:t>❓ 'Se a API falhar, qual o plano B?' (screenshot pré-gravado)</a:t>
            </a:r>
          </a:p>
          <a:p>
            <a:r>
              <a:t>⚠️ Demo falha por rate limit. Sempre pré-popular cache.</a:t>
            </a:r>
          </a:p>
          <a:p>
            <a:r>
              <a:t>➡️ Vamos quantificar o ganho.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Os números falam. 58% custo, 60% latência, hit rate 60%. Em produção: 30-70% dependendo do domínio. FAQs/doc técnica: até 80%. Monitorem hit rate continuamente — se cair, investiguem.</a:t>
            </a:r>
          </a:p>
          <a:p>
            <a:r>
              <a:t>💡 Analogia: medir economia de combustível após ajustar motor. Precisa do before/after.</a:t>
            </a:r>
          </a:p>
          <a:p>
            <a:r>
              <a:t>⚠️ Medir uma vez e assumir que fica estável. Varia com usuários, produto, sazonalidade.</a:t>
            </a:r>
          </a:p>
          <a:p>
            <a:r>
              <a:t>➡️ Pergunta rápida sobre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duplas discutirem. Lição: cache semântico não é 'set and forget'. Precisa de governança contínua.</a:t>
            </a:r>
          </a:p>
          <a:p>
            <a:r>
              <a:t>❓ Deixar 2-3 duplas compartilharem.</a:t>
            </a:r>
          </a:p>
          <a:p>
            <a:r>
              <a:t>➡️ Exercício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rápida. Cache semântico funciona para ESTÁVEL (geografia, programação, conceitos). Falha para TEMPORAL/CONTEXTUAL.</a:t>
            </a:r>
          </a:p>
          <a:p>
            <a:r>
              <a:t>💡 Analogia: enciclopédia. Excelente para 'capital da França'. Péssima para 'preço da Apple hoje'.</a:t>
            </a:r>
          </a:p>
          <a:p>
            <a:r>
              <a:t>⚠️ Aplicar cache sem categorizar. Configure TTL por categoria.</a:t>
            </a:r>
          </a:p>
          <a:p>
            <a:r>
              <a:t>➡️ Intervalo. Voltamos com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do caching, a segunda maior otimização: routing. Nem toda query precisa do modelo mais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70% das queries em produção são 'simples'. Podem ir para Haiku ($0.25/M) vs Opus ($15/M) — 60x mais barato. Classifier decide. Reduz custo médio 40-60% sem perda mensurável.</a:t>
            </a:r>
          </a:p>
          <a:p>
            <a:r>
              <a:t>💡 Analogia: pronto-socorro. Triagem: enfermeiro (Haiku), geral (Sonnet), especialista (Opus).</a:t>
            </a:r>
          </a:p>
          <a:p>
            <a:r>
              <a:t>⚠️ Usar Opus para tudo. Erro mais comum e mais caro.</a:t>
            </a:r>
          </a:p>
          <a:p>
            <a:r>
              <a:t>➡️ Mas como classificar complexidade SEM gastar tokens?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Classifier não pode custar mais que a economia. Heurísticas são de graça. Haiku classifier é quase grátis. Cascata é elegante: tenta Haiku, escala se baixa confiança.</a:t>
            </a:r>
          </a:p>
          <a:p>
            <a:r>
              <a:t>💡 Analogia: resolver problema matemático. Tente fórmula simples primeiro. Se não, chame o professor.</a:t>
            </a:r>
          </a:p>
          <a:p>
            <a:r>
              <a:t>❓ 'Que heurística você usaria para classificar queries de vocês?'</a:t>
            </a:r>
          </a:p>
          <a:p>
            <a:r>
              <a:t>⚠️ Classifier muito complexo (caro) ou muito simples (erra muito).</a:t>
            </a:r>
          </a:p>
          <a:p>
            <a:r>
              <a:t>➡️ Outra otimização: batching.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Batching em agentes: (1) embeddings — 100 textos em 1 chamada; (2) classificações — 10 tickets em 1 prompt. Reduz latência, custo, respeita rate limit. MAS só para independentes.</a:t>
            </a:r>
          </a:p>
          <a:p>
            <a:r>
              <a:t>💡 Analogia: ir ao mercado. 10 viagens de 1 item vs 1 viagem de 10 itens.</a:t>
            </a:r>
          </a:p>
          <a:p>
            <a:r>
              <a:t>⚠️ Tentar batchear steps de loop ReAct. Não funciona — cada step depende do anterior.</a:t>
            </a:r>
          </a:p>
          <a:p>
            <a:r>
              <a:t>➡️ Para reduzir latência real: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Draft gera K tokens. Target verifica em paralelo. Se corretos, economia. Se não, corrige a partir do primeiro erro. Latência cai 2-3x.</a:t>
            </a:r>
          </a:p>
          <a:p>
            <a:r>
              <a:t>💡 Analogia: estagiário escreve rascunho, sênior revisa. Se bom, aprova rápido. Se não, reescreve.</a:t>
            </a:r>
          </a:p>
          <a:p>
            <a:r>
              <a:t>⚠️ Achar que é simples de implementar. Exige vLLM/TGI. Não faça do zero.</a:t>
            </a:r>
          </a:p>
          <a:p>
            <a:r>
              <a:t>➡️ Streaming é mais simples e impacta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Pegadinha clássica. Streaming NÃO reduz latência total — LLM gera mesmos tokens no mesmo tempo. Mas reduz PERCEBIDA: usuário vê algo em 500ms vs 10s de tela vazia. Em agentes, streamar resposta final.</a:t>
            </a:r>
          </a:p>
          <a:p>
            <a:r>
              <a:t>💡 Analogia: carregamento de página. Barra vazia por 5s parece eterna. Barra preenchendo parece rápida.</a:t>
            </a:r>
          </a:p>
          <a:p>
            <a:r>
              <a:t>❓ 'Vocês streamam respostas em produção?'</a:t>
            </a:r>
          </a:p>
          <a:p>
            <a:r>
              <a:t>⚠️ Implementar streaming mas não para tool calls. Usuário espera sem feedback.</a:t>
            </a:r>
          </a:p>
          <a:p>
            <a:r>
              <a:t>➡️ Panorama: distilação e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Otimizações profundas. Distilação: treine pequeno com saídas do grande. Fine-tuning: especialize para domínio. Ambos valem quando volume alto E domínio estável.</a:t>
            </a:r>
          </a:p>
          <a:p>
            <a:r>
              <a:t>💡 Analogia: distilar = aprendiz copia mestre. Fine-tune = generalista vira cardiologista (menos contexto necessário).</a:t>
            </a:r>
          </a:p>
          <a:p>
            <a:r>
              <a:t>⚠️ Fine-tunar com volume baixo. Custo de treino supera economia. Mínimo 100k/mês.</a:t>
            </a:r>
          </a:p>
          <a:p>
            <a:r>
              <a:t>➡️ Vamos sistematizar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Matriz ajuda a priorizar. Canto sup. esquerdo (alto impacto, baixo esforço): caching — comece aqui. Routing/batching em seguida. Speculative/fine-tuning só depois de esgotar as anteriores.</a:t>
            </a:r>
          </a:p>
          <a:p>
            <a:r>
              <a:t>💡 Analogia: investir. ETFs (caching) → ações (routing) → derivativos (speculative).</a:t>
            </a:r>
          </a:p>
          <a:p>
            <a:r>
              <a:t>⚠️ Pular caching e ir para fine-tuning. Desperdício de risco.</a:t>
            </a:r>
          </a:p>
          <a:p>
            <a:r>
              <a:t>➡️ Pergunta de reflexão.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esperada: caching primeiro. Em 1 semana, dá para implementar cache semântico, medir hit rate, ajustar threshold. Routing é segunda prioridade.</a:t>
            </a:r>
          </a:p>
          <a:p>
            <a:r>
              <a:t>❓ Deixar 2-3 alunos compartilharem prioridades.</a:t>
            </a:r>
          </a:p>
          <a:p>
            <a:r>
              <a:t>➡️ Exercício rápido de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rápida. 1 Haiku (classificação), 2 Opus (concorrência), 3 Haiku (sumarização), 4 Opus (arquitetura), 5 Haiku (extração), 6 Sonnet (decisão com tools).</a:t>
            </a:r>
          </a:p>
          <a:p>
            <a:r>
              <a:t>❓ Votação de mãos para cada tarefa.</a:t>
            </a:r>
          </a:p>
          <a:p>
            <a:r>
              <a:t>⚠️ Usar Opus para tudo por 'medo de errar'. Meça % de Haiku rejeitada — geralmente baixo.</a:t>
            </a:r>
          </a:p>
          <a:p>
            <a:r>
              <a:t>➡️ Resumo da seção.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Ordem de implementação é crucial: caching primeiro (maior ROI), depois routing, depois batching. Speculative e fine-tuning só depois.</a:t>
            </a:r>
          </a:p>
          <a:p>
            <a:r>
              <a:t>➡️ Agora vamos além de otimizar chamadas. Vamos DISTRIBUIR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além de otimizar chamadas individuais. Vamos DISTRIBUIR: réplicas, sharding, balanceamento, coordenação.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Stateless = qualquer réplica atende. Stateful = precisa da réplica com estado. Agentes são naturalmente stateful. Solução moderna: 'stateless-friendly' — worker stateless + checkpoint externo (Redis/Postgres).</a:t>
            </a:r>
          </a:p>
          <a:p>
            <a:r>
              <a:t>💡 Analogia: caixa de banco (stateless, atende qualquer cliente) vs gerente de conta (stateful, só 'seus' clientes). Híbrido: qualquer gerente pode atender consultando arquivo central.</a:t>
            </a:r>
          </a:p>
          <a:p>
            <a:r>
              <a:t>⚠️ Estado em memória sem checkpoint. Deploy/crash = perda total.</a:t>
            </a:r>
          </a:p>
          <a:p>
            <a:r>
              <a:t>➡️ Para distribuir: sharding.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Sharding é particionamento por chave. Múltiplos DBs menores, cada um responsável por tenants. Vantagens: isolamento, custo rastreável, escalabilidade. Desafio: hot shard (tenant gigante), rebalanceamento. Kleppmann cap. 6.</a:t>
            </a:r>
          </a:p>
          <a:p>
            <a:r>
              <a:t>💡 Analogia: banco com múltiplas agências. Cada uma atende região. Agência maior no centro (hot shard para premium).</a:t>
            </a:r>
          </a:p>
          <a:p>
            <a:r>
              <a:t>❓ 'Em qual chave vocês fariam sharding?'</a:t>
            </a:r>
          </a:p>
          <a:p>
            <a:r>
              <a:t>⚠️ Sharding mal escolhido (chave não uniforme). Tenant gigante sobrecarrega 1 shard.</a:t>
            </a:r>
          </a:p>
          <a:p>
            <a:r>
              <a:t>➡️ Com shards, precisamos de réplicas dentro de cada shard.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Réplicas aumentam throughput horizontalmente. 1 réplica = X usuários. 10 réplicas = 10X (se stateless). LB é o maestro: distribui, monitora, remove. Auto-scaling adiciona/remove. Importante: DB compartilhado ainda é gargalo — sharding é complementar.</a:t>
            </a:r>
          </a:p>
          <a:p>
            <a:r>
              <a:t>💡 Analogia: call center. 10 atendentes em paralelo. PBX distribui chamadas.</a:t>
            </a:r>
          </a:p>
          <a:p>
            <a:r>
              <a:t>⚠️ Adicionar réplicas sem checar gargalo real. Se DB é gargalo, réplicas não ajudam.</a:t>
            </a:r>
          </a:p>
          <a:p>
            <a:r>
              <a:t>➡️ Quais algoritmos de balanceamento?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agentes, mais úteis: Least-connections (envia para menos ocupada) e Consistent hashing (mesmo tenant → mesma réplica, preserva estado em memória).</a:t>
            </a:r>
          </a:p>
          <a:p>
            <a:r>
              <a:t>💡 Analogia: round-robin = fila única. Least-connections = fila mais curta. Consistent hashing = seu caixa de sempre.</a:t>
            </a:r>
          </a:p>
          <a:p>
            <a:r>
              <a:t>⚠️ Round-robin com requisições de duração variável. Algumas sobrecarregadas, outras ociosas.</a:t>
            </a:r>
          </a:p>
          <a:p>
            <a:r>
              <a:t>➡️ Quando precisamos de coordenação?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sistemas distribuídos, às vezes workers precisam concordar. Exemplos: (1) quem é orquestrador principal (leader election); (2) distribuir tarefas sem duplicação; (3) locks distribuídos — apenas um agente edita recurso. Ferramentas: etcd (padrão K8s), ZooKeeper, Redis Redlock.</a:t>
            </a:r>
          </a:p>
          <a:p>
            <a:r>
              <a:t>💡 Analogia: leader election = escolher líder de equipe. Raft/Paxos = regras de votação.</a:t>
            </a:r>
          </a:p>
          <a:p>
            <a:r>
              <a:t>⚠️ Implementar consenso do zero. Use etcd/ZooKeeper/Redlock — testados em batalha.</a:t>
            </a:r>
          </a:p>
          <a:p>
            <a:r>
              <a:t>➡️ E para usuários globais?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Multi-region para latência global. Usuário na Ásia bate em região asiática. Desafio: replicar estado (50-100ms por sync). HPA adiciona pods com CPU. KEDA escala por eventos (fila cresceu?). Importante: escalonar por métricas de negócio (fila, latência) melhor que só CPU.</a:t>
            </a:r>
          </a:p>
          <a:p>
            <a:r>
              <a:t>💡 Analogia: franquia global. McDonald's SP atende brasileiros, Tóquio atende japoneses. Cada um com estoque próprio.</a:t>
            </a:r>
          </a:p>
          <a:p>
            <a:r>
              <a:t>⚠️ Autoscaling só por CPU. Pode ter CPU baixa mas fila crescendo (I/O bound).</a:t>
            </a:r>
          </a:p>
          <a:p>
            <a:r>
              <a:t>➡️ Pergunta para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Falso. Há casos legítimos para stateful. A pergunta certa: 'como tornar stateful mais resiliente?'. Resposta: checkpoint externo + restore on-demand.</a:t>
            </a:r>
          </a:p>
          <a:p>
            <a:r>
              <a:t>❓ Duplas (2 min): 'Pensem em um caso onde stateful é claramente melhor.'</a:t>
            </a:r>
          </a:p>
          <a:p>
            <a:r>
              <a:t>⚠️ Dogma 'stateless sempre'. Avalie caso a caso.</a:t>
            </a:r>
          </a:p>
          <a:p>
            <a:r>
              <a:t>➡️ Resumo da seção.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Recapitulando distribuição. Arquitetura típica: clients → load balancer → shards (cada um com N réplicas) → DBs isolados. Tudo monitorado, com autoscaling. Coordenado por etcd/Redis. Estado externalizado.</a:t>
            </a:r>
          </a:p>
          <a:p>
            <a:r>
              <a:t>➡️ Vamos à infraestrutura que sustenta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slides de panorama: Kubernetes, serverless vs dedicado, GPUs, service mesh, custo total. Rápido — ideia é panorama.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K8s é padrão para orquestração. Cada pod roda 1 worker. Deployments gerenciam réplicas + rolling updates. HPA adiciona/remove pods. Services fazem LB interno. Vantagem: portabilidade (AWS, GCP, Azure, on-prem).</a:t>
            </a:r>
          </a:p>
          <a:p>
            <a:r>
              <a:t>💡 Analogia: K8s é orquestra. Cada pod = músico. Deployment = maestro. HPA contrata/demite conforme a peça.</a:t>
            </a:r>
          </a:p>
          <a:p>
            <a:r>
              <a:t>⚠️ Usar K8s sem necessidade. Para &lt;100 usuários, Docker Compose basta.</a:t>
            </a:r>
          </a:p>
          <a:p>
            <a:r>
              <a:t>➡️ Alternativa: serverless vs dedicado.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Serverless ótimo para cargas esporádicas. Mas cold start (1-5s) mata UX de agentes. Em agente de 10s, 5s de cold start é 50% de overhead. Para agentes em produção, dedicado geralmente melhor.</a:t>
            </a:r>
          </a:p>
          <a:p>
            <a:r>
              <a:t>💡 Analogia: serverless = táxi (paga por viagem, mas espera motorista). Dedicado = carro próprio (sempre pronto, paga mesmo sem usar).</a:t>
            </a:r>
          </a:p>
          <a:p>
            <a:r>
              <a:t>❓ 'Vocês usam serverless para algum agente?'</a:t>
            </a:r>
          </a:p>
          <a:p>
            <a:r>
              <a:t>⚠️ Serverless para agente de chat ao vivo. Cold start irrita.</a:t>
            </a:r>
          </a:p>
          <a:p>
            <a:r>
              <a:t>➡️ E se quiser inferência local?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Self-hosting para alto volume. vLLM/TGI otimizam inferência. Llama/Mistral/Qwen aproximam-se de Claude/GPT. Vantagens: custo fixo, sem rate limit, dados ficam com você. Desafios: GPU cara, ops, qualidade geralmente abaixo dos fechados.</a:t>
            </a:r>
          </a:p>
          <a:p>
            <a:r>
              <a:t>💡 Analogia: alugar vs comprar casa. API = aluguel (flexível). Self-hosted = comprar (alto custo inicial, manutenção).</a:t>
            </a:r>
          </a:p>
          <a:p>
            <a:r>
              <a:t>⚠️ Self-hosting por 'economia' com volume baixo. GPU + ops supera API.</a:t>
            </a:r>
          </a:p>
          <a:p>
            <a:r>
              <a:t>➡️ Com múltiplos serviços, precisamos de service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Service mesh resolve comunicação entre serviços. Para multi-agente: mTLS, retries, circuit breakers, tracing distribuído (request atravessa A→B→C). Quanto a custo: muitas empresas calculam só LLM e se surpreendem. LLM é 65%, infra é 35%. Calculem TCO.</a:t>
            </a:r>
          </a:p>
          <a:p>
            <a:r>
              <a:t>💡 Analogia: service mesh = sistema nervoso. Conecta órgãos com segurança e observação.</a:t>
            </a:r>
          </a:p>
          <a:p>
            <a:r>
              <a:t>⚠️ Esquecer custo de observabilidade. Pode chegar a $300+/mês.</a:t>
            </a:r>
          </a:p>
          <a:p>
            <a:r>
              <a:t>➡️ Agora o tema mais importante: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FinOps é a disciplina de gerenciar custo em escala. Sem FinOps, vocês otimizam técnicas mas perdem no orçamento.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Orçamento evita desastre financeiro. 3 níveis: por execução (evita loops infinitos), por usuário (evita abuso individual), por tenant (evita que cliente consuma tudo). Implementação: contador em Redis, circuit breaker verifica antes de cada chamada.</a:t>
            </a:r>
          </a:p>
          <a:p>
            <a:r>
              <a:t>💡 Analogia: limite de cartão. Sem limite, fraude te quebra. Com limite, contido.</a:t>
            </a:r>
          </a:p>
          <a:p>
            <a:r>
              <a:t>❓ 'Vocês têm orçamento configurado em produção?'</a:t>
            </a:r>
          </a:p>
          <a:p>
            <a:r>
              <a:t>⚠️ Orçamento só agregado mensal. Descobre estouro só no fim do mês. Precisa por execução.</a:t>
            </a:r>
          </a:p>
          <a:p>
            <a:r>
              <a:t>➡️ Para orçamento funcionar, precisa medir granularmente.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Medição agregada é insuficiente. Precisamos granular: qual step mais consome? Qual tool mais infla contexto? Qual feature mais custa? Exige tagging. Empresa real descobriu 80% do custo em 1 feature (RAG com contexto gigante); otimizaram e cortaram 60%.</a:t>
            </a:r>
          </a:p>
          <a:p>
            <a:r>
              <a:t>💡 Analogia: extrato do cartão. Total mensal não ajuda. Categorizado (alimentação, transporte) revela onde cortar.</a:t>
            </a:r>
          </a:p>
          <a:p>
            <a:r>
              <a:t>⚠️ Medir só por execução sem tags. Não sabe qual feature/tenant mais consome.</a:t>
            </a:r>
          </a:p>
          <a:p>
            <a:r>
              <a:t>➡️ O trade-off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Trade-off fundamental. Os 3 eixos em tensão permanente. Não existe almoço grátis — você escolhe 2, o terceiro sofre. Em saúde, qualidade vence. Em suporte de baixa complexidade, custo vence. Em chat ao vivo, latência vence.</a:t>
            </a:r>
          </a:p>
          <a:p>
            <a:r>
              <a:t>💡 Analogia: projeto de engenharia. Rápido, barato, bom — escolha dois.</a:t>
            </a:r>
          </a:p>
          <a:p>
            <a:r>
              <a:t>❓ 'No sistema de vocês, qual eixo é prioritário?'</a:t>
            </a:r>
          </a:p>
          <a:p>
            <a:r>
              <a:t>⚠️ Prometer os 3 eixos. Quebra a física do sistema.</a:t>
            </a:r>
          </a:p>
          <a:p>
            <a:r>
              <a:t>➡️ Como operacionalizar: fluxo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Ciclo fechado. Toda execução gera medição granular. Tagueada. Dashboard dispara alertas quando &gt; orçamento. Informa otimização contínua. Sem este loop, vocês voam cegos.</a:t>
            </a:r>
          </a:p>
          <a:p>
            <a:r>
              <a:t>💡 Analogia: dieta. Sem balança (medir), sem plano (alertar), sem ajuste (otimizar), engorda sem perceber.</a:t>
            </a:r>
          </a:p>
          <a:p>
            <a:r>
              <a:t>➡️ Vamos ver o dashboard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Dashboard não é opcional em produção. Mínimo: agregado, por feature, por tenant, cache hit, top 10 caros. Alertas em Slack. Revela anomalias: 'tenant X gastou 10x mais hoje' → investigar. 'Cache hit caiu 60%→30%' → threshold errado.</a:t>
            </a:r>
          </a:p>
          <a:p>
            <a:r>
              <a:t>💡 Analogia: painel de carro. Sem isso, dirige no escuro até o motor fundir.</a:t>
            </a:r>
          </a:p>
          <a:p>
            <a:r>
              <a:t>⚠️ Dashboard só mensal. Descobre estrago tarde demais. Diário com alertas.</a:t>
            </a:r>
          </a:p>
          <a:p>
            <a:r>
              <a:t>➡️ E se vocês estiverem COBRANDO de clientes?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Pricing de produto agêntico é desafiador. Custo variável, cliente quer previsibilidade. Modelos: per-call (transparente mas imprevisível), per-token (justo mas complexo), assinatura (previsível mas você absorve risco), freemium (atrai mas pode queimar orçamento), por valor (alinhado mas difícil de medir).</a:t>
            </a:r>
          </a:p>
          <a:p>
            <a:r>
              <a:t>💡 Analogia: plano de celular. Não paga por minuto. Plano fixo com franquia. Excedente se passar.</a:t>
            </a:r>
          </a:p>
          <a:p>
            <a:r>
              <a:t>❓ 'Vocês cobrariam por chamada ou assinatura?'</a:t>
            </a:r>
          </a:p>
          <a:p>
            <a:r>
              <a:t>⚠️ Freemium sem limite. Usuário/bug consome orçamento de aquisição.</a:t>
            </a:r>
          </a:p>
          <a:p>
            <a:r>
              <a:t>➡️ Implementação técnica: circuit breaker.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de cada chamada, verifica se custo acumulado + estimado excede orçamento. Se exceder, exceção amigável. Após, adiciona custo real. Fail-safe: se não sabe, bloqueie.</a:t>
            </a:r>
          </a:p>
          <a:p>
            <a:r>
              <a:t>💡 Analogia: disjuntor elétrico. Corrente excede → desliga. Melhor escuro que incêndio.</a:t>
            </a:r>
          </a:p>
          <a:p>
            <a:r>
              <a:t>⚠️ Circuit breaker sem log. Não sabe quando nem por que acionou.</a:t>
            </a:r>
          </a:p>
          <a:p>
            <a:r>
              <a:t>➡️ Exercício prático.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duplas. Cenário: orçamento R$100/usuário/mês. A cada chamada, breaker verifica acumulado. Se exceder, bloqueia. Bônus: orçamento compartilhado entre features → pesos ou segregação.</a:t>
            </a:r>
          </a:p>
          <a:p>
            <a:r>
              <a:t>❓ Após exercício: 'Como vocês trataram a exceção amigável?'</a:t>
            </a:r>
          </a:p>
          <a:p>
            <a:r>
              <a:t>⚠️ Bloquear sem mensagem clara. Usuário frustrado sem entender.</a:t>
            </a:r>
          </a:p>
          <a:p>
            <a:r>
              <a:t>➡️ Vamos ao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Síntese em boas práticas (DO) e anti-patterns (DON'T). Depois caso de estudo, resumo, quiz,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práticas essenciais. A ordem importa: caching primeiro, medição desde início, orçamento dia 1, routing para custo, checkpoint para resiliência, monitoramento cache hit, autoscaling inteligente, teste de carga.</a:t>
            </a:r>
          </a:p>
          <a:p>
            <a:r>
              <a:t>💡 Analogia: checklist de pré-voo. Cada item evita um desastre.</a:t>
            </a:r>
          </a:p>
          <a:p>
            <a:r>
              <a:t>⚠️ Implementar 7 e esquecer 1 (geralmente 'teste sob carga'). Item esquecido te derruba.</a:t>
            </a:r>
          </a:p>
          <a:p>
            <a:r>
              <a:t>➡️ Agora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caso real de desastre. Não medir: $50k surpresa. Sem orçamento: $5k em uma noite. Sempre Opus: 60% desperdício. Sem cache: latência 3x. Sem checkpoint: 100 conversas perdidas por deploy. Ignorando rate limit: indisponível 1h. Sem monitorar cache: 5% hit por meses. Otimizar sem medir: 2 semanas em fine-tuning sem efeito.</a:t>
            </a:r>
          </a:p>
          <a:p>
            <a:r>
              <a:t>💡 Analogia: dirigir bêbado. Cada anti-pattern é um copo. Eventualmente, acidente.</a:t>
            </a:r>
          </a:p>
          <a:p>
            <a:r>
              <a:t>❓ 'Qual anti-pattern vocês cometeram?'</a:t>
            </a:r>
          </a:p>
          <a:p>
            <a:r>
              <a:t>➡️ Caso real aplicando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real sintetizando tudo. Antes: 1 agente/usuário, sem cache, sempre Sonnet. R$15k/mês, 12s p95, 5% erro. Depois: cache semântico (40%), routing Haiku/Sonnet (20%), batching (10%), otimização de infra (3%). Total: 73% redução custo, 67% latência, erro 1%. Lição: nenhuma técnica sozinha resolve. Foi a COMBINAÇÃO.</a:t>
            </a:r>
          </a:p>
          <a:p>
            <a:r>
              <a:t>💡 Analogia: emagrecimento. Dieta + exercício + sono. A combinação transforma.</a:t>
            </a:r>
          </a:p>
          <a:p>
            <a:r>
              <a:t>⚠️ Buscar 'bala de prata'. Não existe. Combinem técnicas.</a:t>
            </a:r>
          </a:p>
          <a:p>
            <a:r>
              <a:t>➡️ Resumo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Recapitulando os 6 blocos: gargalos (diagnóstico), caching (maior ROI), routing (separação por complexidade), distribuição (escala horizontal), infra (plataforma), FinOps (sustentabilidade). O projeto consolida tudo. Usem técnicas na ordem: caching → routing → distribuição → FinOps.</a:t>
            </a:r>
          </a:p>
          <a:p>
            <a:r>
              <a:t>➡️ Checklist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Checagem final. Se marcarem todos, aula cumpriu objetivo. Labs darão prática adicional.</a:t>
            </a:r>
          </a:p>
          <a:p>
            <a:r>
              <a:t>➡️ Quiz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Caching tem maior ROI (alto impacto, baixo esforço, baixo risco). Fine-tuning (A) é alto esforço. Multi-region (C) para latência global, não primeira otimização. Speculative (D) é complexo. Sempre comecem por caching.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Threshold baixo captura semanticamente próximas mas factualmente diferentes ('iPhone 15' vs 'iPhone 14'). Serve resposta errada como certa. Pior erro — silencioso e confiável.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C. Streaming NÃO reduz latência total. LLM ainda gera mesmos tokens no mesmo tempo. Mas reduz PERCEBIDA: usuário vê algo em 500ms vs 10s de tela vazia.</a:t>
            </a:r>
          </a:p>
          <a:p>
            <a:r>
              <a:t>➡️ Perguntas para discussão profunda.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Perguntas profundas. (1) Cache perigoso em domínios sensíveis a tempo/contexto; (2) Stateful necessário para sessões longas, WebSockets; (3) Argumento CTO: sem FinOps, bug/pico gera $50k numa noite, ROI imediato; (4) Autoscaling por CPU não captura I/O bound (fila crescendo com CPU baixa).</a:t>
            </a:r>
          </a:p>
          <a:p>
            <a:r>
              <a:t>❓ Deixar 2-3 alunos responderem cada.</a:t>
            </a:r>
          </a:p>
          <a:p>
            <a:r>
              <a:t>➡️ Conexão com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ETHAGT14 não é ilha. Conecta com ETHAGT15 (meta-agentes — agentes que otimizam outros, incluindo custo), ETHAGT90 (Capstone — projeto real), ETHAGT12 (AgentOps — observabilidade profunda), ETHAGT05 (Memória — estado distribuído em detalhe).</a:t>
            </a:r>
          </a:p>
          <a:p>
            <a:r>
              <a:t>➡️ Leitura recomendada.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aprofundar: Kleppmann (cap. 5, 6, 9 essenciais), FinOps Foundation, paper Speculative Decoding, vLLM. Projeto: ADR documentando otimizações + dashboard. Labs dão prática guiada.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do Q&amp;A. Deixar turma fazer perguntas. Se ninguém, pergunta inversa: 'Qual técnica vão aplicar primeiro?'</a:t>
            </a:r>
          </a:p>
          <a:p>
            <a:r>
              <a:t>❓ 'Perguntas?'</a:t>
            </a:r>
          </a:p>
          <a:p>
            <a:r>
              <a:t>⚠️ Se nenhuma: 'Qual parte foi menos clara?' ou 'Qual técnica vão aplicar primeiro?'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Escalabilidade &amp; Sistemas Distribuídos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D — Sistemas Distribuídos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levar sistemas de agentes a escala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Identificar gargalos em sistemas multi-agente (LLM, tools, memória, rede)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caching (semântico, de prompts, de embeddings)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Distribuir agentes (sharding, replica, partitioning)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Otimizar custo e latência (model routing, batching, speculative)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Operar FinOps de agentes (orçamento, observabilidade de custo)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Módulo terminal: 4 de 5 competências em Avançado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ganha dimensão distribuída: checkpointer, estado entre réplicas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custo da escala,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Gargalos (10 min) — latência, custo, rate limits, estado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Caching (22 min) — exact, semântico, embeddings, tools,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&amp; Otimização (12 min) — Haiku/Sonnet, batching, speculative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Distribuição (10 min) — stateless, sharding, replica, consensus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Infra (5 min) — K8s, serverless, GPU, service mesh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FinOps (8 min) — orçamento, trade-offs,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(10 min) — boas práticas, caso,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Custo da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funciona para 1 usuário custa R$0,50/consulta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10.000 usuários simultâneos: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Latência explode: 2s → 30s (rate limit, contenção)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 mensal: R$50k (linear = explosão)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distribuído entre réplicas: race conditions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otimização: escala linear = explosão de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o maior custo oculto que já viram em LLMs?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escala custa caro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Escalabilidade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Timeline: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protótipos (todo mundo experimentando)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frameworks maduros (LangGraph, CrewAI, OpenAI SDK)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sistemas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2026: escala como urgência financeira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Agentes = múltiplas chamadas de LLM por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Contexto cresce dentro de uma sessão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APIs impõem rate limits (RPM/TPM)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Estado de sessão precisa ser distribuído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Confluência histórica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Onde Agentes Esbarram em Escala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Latência de LLM: O Gargalo Dominante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TTFT (Time To First Token): ~0.3-1s antes do primeiro token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TPOT (Time Per Output Token): ~30-80ms por token gerado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ReAct de 5 steps: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 × (TTFT + TPOT × tokens) = latência cumulativa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serial: cada step depende do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Chat simples: ~2s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3-step: ~6s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5-step: ~15s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10-step: ~60s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LLM domina o tempo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Custo: Crescimento Quadrático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step reenvia TODO o histórico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1: 1k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5: 15k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10: 40k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input cresce QUADRATICAMENTE com profundidade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Soma triangular ≈ n²/2 (não é n × tokens-por-step)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KV cache do provider reduz mas não elimina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Implicação: agente profundo = custo explosivo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cresce quadraticamente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Concorrência e Rate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APIs limitam RPM (requests/min) e TPM (tokens/min)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Anthropic/OpenAI: tiers com limites crescentes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1.000 usuários × 5 steps = 5.000 RPM necessários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gestão: 429 Too Many Requests → falhas em cascata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Filas com prioridade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Backoff exponencial com jitter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Multi-provider (failover Anthropic→OpenAI→Bedrock)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Batching de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Rate limits impedem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Estado Distribuído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stateful: sessão, memória, contexto acumulado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múltiplas réplicas: usuário pode cair em réplica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Sticky sessions (simples mas frágil)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externo (Redis/Postgres checkpoint)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Stateless + checkpoint restore on-demand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stateless é fácil de escalar, mas agentes são stateful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ETHAGT05 (Memória de Agentes)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Estado entre réplicas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Anatomia de um Gargalo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request → LLM (2s) → tools (0.5s) → contexto cresce ($$) → loop?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componente é um potencial gargalo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total = soma serial de todos os steps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total = soma de tokens × preço por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atacar o maior gargalo primeiro (maior ROI)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12-Diagrams/ETHAGT14/bottleneck-analysis.mmd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Visualizar gargalos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Métricas-Chave de Escalabilidade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Latência: TTFT, TPOT, p50/p95/p99 de tempo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$ por execução, $ por usuário, $ por tenant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Throughput: requisições concorrentes, tokens/min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Taxa de erro: 429s, timeouts, falhas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% de requisições servidas do cache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mínimo: latência, custo, throughput, cache hit, erros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olhar p95 e p99, não só 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 desde o 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O Maior Custo Oculto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o maior custo oculto que vocês já viram em sistemas de LLM?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Contexto crescente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Retries silenciosos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Tools (APIs externas)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Logs/traces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Infra (Redis, K8s, observabilidade)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(3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típica: contexto crescente + retries silenciosos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Engajamento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Caching: A Primeira Linha de Defesa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Caching?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 elimina chamadas de LLM redundantes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Impacto: reduz custo E latência simultaneamente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= resposta instantânea + custo zero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sistemas reais: 30-60% das queries são repetidas ou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FAQs/documentação técnica: até 70-80%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'Cache é o único caso onde você ganha algo por nada'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Maior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Prompts / Exact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prompt (exato) → mesma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hash (SHA-256) do prompt → lookup em Redis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caching nativo (Anthropic, OpenAI):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Cache de prefixo no provider-side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Reduz custo de system prompt repetido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trivial de implementar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só prompts idênticos (case/whitespace-sensitive)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Semântico: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Perguntas semanticamente similares → mesma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 equivalentes: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'Qual a capital do Brasil?'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'Capital do Brasil?'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'Brasil capital?'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embedding da query → busca por similaridade → threshold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Similaridade &gt; threshold: retorna cacheada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Senão: chama LLM, armazena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por significado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Cache Semântico: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semantic_cache(query, threshold=0.92):</a:t>
            </a:r>
            <a:br/>
            <a:r>
              <a:t>    # Passo 1: embeddar com modelo leve</a:t>
            </a:r>
            <a:br/>
            <a:r>
              <a:t>    emb = embed(query, model='text-embedding-3-small')</a:t>
            </a:r>
            <a:br/>
            <a:br/>
            <a:r>
              <a:t>    # Passo 2: busca vetorial no Redis</a:t>
            </a:r>
            <a:br/>
            <a:r>
              <a:t>    result = vector_db.search(emb, top_k=1)</a:t>
            </a:r>
            <a:br/>
            <a:br/>
            <a:r>
              <a:t>    # Passo 3: se similaridade &gt; threshold, hit</a:t>
            </a:r>
            <a:br/>
            <a:r>
              <a:t>    if result and result.similarity &gt; threshold:</a:t>
            </a:r>
            <a:br/>
            <a:r>
              <a:t>        return result.response  # instantâneo, custo ~zero</a:t>
            </a:r>
            <a:br/>
            <a:br/>
            <a:r>
              <a:t>    # Passo 4: miss → chamar LLM, armazenar</a:t>
            </a:r>
            <a:br/>
            <a:r>
              <a:t>    response = llm(query)</a:t>
            </a:r>
            <a:br/>
            <a:r>
              <a:t>    vector_db.store(emb, query, response)</a:t>
            </a:r>
            <a:br/>
            <a:r>
              <a:t>    return response</a:t>
            </a:r>
            <a:br/>
            <a:br/>
            <a:r>
              <a:t># Custo do embedding ~1000x menor que custo do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Código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Threshold de Similaridade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Threshold alto (0.95): poucos falsos positivos, baixa hit rate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Threshold baixo (0.80): alta hit rate, falsos positivos (erro!)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Falso positivo = resposta semanticamente próxima mas ERRADA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'Preço iPhone 15' vs 'Preço iPhone 14' → 0.89 (parecido mas diferente)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Recomendação: começar com 0.92, ajustar com 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central: hit rate vs precisão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de um texto é determinístico (mesmo modelo → mesmo vetor)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Re-embeddar mesmo documento a cada query = desperdício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cache de embeddings (hash do texto → vetor)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Útil em RAG: documentos indexados não precisam re-embedding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TTL: invalidar quando o modelo de embedding muda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Troca de modelo = vetores incompatíveis = busca retorna lixo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Evitar re-embedding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de Tool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 idempotentes (GET, search, lookup) → não mudam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 com TTL: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get_weather('Rio de Janeiro') → cache 30 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search_docs('API reference') → cache 24h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get_price('AAPL') → cache 5 min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tools não-idempotentes (POST, mutate) NUNCA cacheadas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verificar idempotência antes de cachear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Invalidação e 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stale = resposta desatualizada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 de invalidação: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TTL (time-to-live) — simples mas impreciso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Event-driven — invalidar quando fonte muda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Versionada — chave inclui versão da fonte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Consistência eventual: cache diverge da fonte por um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contexto muda a cada step → cache por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Cache invalidation é difícil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Cache Poisoning e Mitigação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poisoning: usuário malicioso injeta resposta errada no cache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 de ataque: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query maliciosa → resposta manipulada → cacheada → servida a outros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Separar cache por tenant/usuário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Não cachear respostas de usuários não confiáveis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Validar resposta antes de cachear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Rate limit por 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Segurança de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Estratégia de Camadas (L1/L2/L3)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L1: Cache local em memória (~1ms, por instância)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L2: Cache compartilhado em Redis (~5ms, por cluster)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L3: Prompt caching do provider (~50ms, Anthropic/OpenAI)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L1 → L2 → L3 →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camada: latência incremental mas reduz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no primeiro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Camadas de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Cache Semântico em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$ python main.py --no-cache</a:t>
            </a:r>
            <a:br/>
            <a:r>
              <a:t>Query 1: 'Qual a capital do Brasil?'</a:t>
            </a:r>
            <a:br/>
            <a:r>
              <a:t>  → LLM call... 2.3s · custo: R$0.05</a:t>
            </a:r>
            <a:br/>
            <a:r>
              <a:t>Query 2: 'Capital brasileira?'</a:t>
            </a:r>
            <a:br/>
            <a:r>
              <a:t>  → LLM call... 2.1s · custo: R$0.05</a:t>
            </a:r>
            <a:br/>
            <a:r>
              <a:t>...</a:t>
            </a:r>
            <a:br/>
            <a:r>
              <a:t>Total (10 queries): 24.8s · R$0.50</a:t>
            </a:r>
            <a:br/>
            <a:br/>
            <a:r>
              <a:t>$ python main.py --semantic-cache</a:t>
            </a:r>
            <a:br/>
            <a:r>
              <a:t>Query 1: 'Qual a capital do Brasil?'</a:t>
            </a:r>
            <a:br/>
            <a:r>
              <a:t>  → cache MISS · LLM call... 2.3s · R$0.05</a:t>
            </a:r>
            <a:br/>
            <a:r>
              <a:t>Query 2: 'Capital brasileira?'</a:t>
            </a:r>
            <a:br/>
            <a:r>
              <a:t>  → cache HIT (sim=0.94) · 0.05s · R$0.001</a:t>
            </a:r>
            <a:br/>
            <a:r>
              <a:t>...</a:t>
            </a:r>
            <a:br/>
            <a:r>
              <a:t>Total (10 queries): 10.2s · R$0.21</a:t>
            </a:r>
            <a:br/>
            <a:br/>
            <a:r>
              <a:t>Redução: 58% custo · 60% latência · 60% hit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Medindo o Impacto (Antes/Depois)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 (sem cache):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10 queries × R$0,05 = R$0,50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média: 3s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Depois (com cache semântico):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 queries × R$0,05 + 6 hits × R$0,001 = R$0,21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média: 1.2s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Redução de custo: 58%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Redução de latência: 60%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Quantificar ganho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threshold for muito baixo?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usuário fizer pergunta factual que mudou ('quem é o presidente')?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detectar que o cache está stale?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Respostas esperadas: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Falsos positivos (resposta errada servida)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Cache stale — daí importância do TTL por categoria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A/B testing, feedback do usuário, queda de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Discussão em duplas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Quando Cache Semântico Falha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vote: cache semântico FUNCIONA (F) ou FALHA (X)?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'Preço das ações da Apple hoje'  →  X (temporal)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'Qual a capital da França?'  →  F (estável)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'Resuma o último email recebido'  →  X (contextual)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'Como fazer um loop em Python?'  →  F (estável)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'Qual a previsão do tempo amanhã?'  →  X (temporal)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cache funciona para conhecimento ESTÁVEL.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Falha para TEMPORAL (preço) ou CONTEXTUAL (último email).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esses: TTL curto ou não cachear.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 rápida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Model Routing &amp; Otimização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Roteamento por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toda query precisa do modelo mais caro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($0.25/M): classificação, extração, Q&amp;A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Sonnet ($3/M): raciocínio moderado, tool use, análise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Opus ($15/M): raciocínio complexo, multi-step, crítico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Roteamento automático: classifier → modelo apropriado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Economia: 70% das queries podem usar Haiku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é 60x mais barato que Opus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Rotear por complexidade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Medir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Heurísticas baratas: tamanho do input, nº de tools, palavra-chave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Classifier leve (Haiku): 'esta query é simples ou complexa?'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Histórico: queries similares já classificadas (cache de roteamento)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Cascata: tentar Haiku primeiro, escalar para Sonnet se falhar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Captura melhor dos dois mundos: barato para simples, capaz para complexas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classifier errado = resposta ruim ou custo desnecessário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Classificar sem gastar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Batching de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requisições independentes → 1 chamada de API com N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 de embeddings: 100 textos em 1 chamada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 de classificações: 10 queries em 1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Reduz: nº de requests (rate limit), overhead de rede, custo de TTFT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só funciona para requisições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loop serial, cada step depende do anterior — não batchear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Agrupar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Speculative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pequeno (draft) gera rascunho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grande (target) verifica rascunho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rascunho certo: enorme economia de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errado: target corrige (pequeno overhead)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média: latência cai 2-3x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Variação para agentes: prever próxima action com modelo leve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arXiv:2211.17192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Reduz latência de geração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Streaming para Latência Percebida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streaming: usuário espera 10s, recebe tudo de uma vez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streaming: usuário vê tokens em ~0.5s, recebe gradualmente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TOTAL é a mesma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PERCEBIDA cai drasticamente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streamar thought/answer, não tool calls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'Streaming reduz latência total.' →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 percebida, não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UX perceived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Distilação e Fine-Tuning (Panorama)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Distilação: treinar modelo menor com saídas de modelo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Fine-tuning: especializar modelo para domínio (reduz prompt size)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Volume alto (&gt;100k requests/mês)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Domínio estável (não muda toda semana)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Volume baixo (custo de treino supera economia)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Domínio muda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ETHAGT08 (Fine-tuning), ETHAGT15 (DSPy)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Otimizações profundas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Caching: alto impacto custo/latência, baixo esforço, baixo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médio impacto custo, médio esforço, médio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Batching: médio impacto latência, baixo esforço, baixo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Speculative: alto impacto latência, alto esforço,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Fine-tuning: alto impacto custo, alto esforço,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barato e de baixo risco (caching)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Escale para caro/risco conforme ROI justifique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Impacto vs esforço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Como Decidir?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você tivesse 1 semana para otimizar um agente em produção,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onde começaria?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esperada: caching primeiro (maior ROI, menor esforço)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que cenário routing é melhor que caching?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queries majoritariamente únicas (baixa repetição)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 com clara separação de complexidade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Reflexão sobre priorização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Routing por Complexidade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tarefa, vote: Haiku (H), Sonnet (S) ou Opus (O)?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'Classificar este ticket como bug/feature/question'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'Resolver bug complexo de concorrência'  →  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'Resumir documento de 5 páginas'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'Planejar arquitetura de sistema multi-agente'  →  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'Extrair entidades deste email'  →  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'Decidir qual tool chamar e por quê'  →  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maioria das tarefas é Haiku. Opus com parcimônia.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— Routing &amp; Otimização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Haiku para 70% das queries → reduz custo 40-60%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Batching: agrupar requests independentes → reduz latência e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Speculative: draft + target → reduz latência 2-3x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Streaming: reduz latência percebida (não real)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Fine-tuning/Distilação: alto esforço, alto ganho, só volume alto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implementação: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caching → routing → batching → speculative →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seção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Distribuição de Agentes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Stateless vs Stateful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Stateless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Cada request é independente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sessão entre chamadas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trivialmente (qualquer réplica atende)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API REST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Stateful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Mantém sessão/contexto entre chamadas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Necessário para agentes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complexo de escalar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agente com loop, memória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Distinção fundamental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Sharding por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dividir carga por chave (tenant_id, user_id, domínio)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1: tenants A,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2: tenants C, 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 3: tenant 'hot' Z (dedicado)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shard tem DB isolado → isolamento de dados 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isolamento, custo rastreável, sem contenção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rebalanceamento quando shards desequilibram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12-Diagrams/ETHAGT14/sharding.mmd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Particionamento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Replica e Balanceamento de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Réplica = cópia idêntica do worker para atender mais requisições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Load balancer distribui requisições entre réplicas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N réplicas: throughput × N (se stateless)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stateful: sticky sessions ou estado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Health checks: réplica doente é removida do pool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Auto-scaling: adiciona/remove réplicas com base na carga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Throughput horizontal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Estratégias de Balanceamento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Round-robin: distribuição circular,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Least-connections: envia para réplica com menos conexões 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Weighted: réplicas mais potentes recebem mais carga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Latency-based: envia para réplica com menor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Hash-based (consistent hashing): mesmo tenant → mesma réplica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least-connections ou consistent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Algoritmos de 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Coordenação: Consensus e Leader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múltiplos workers precisam concordar: consensus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Raft/Paxos: algoritmos de consenso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Leader election: um worker é 'líder', outros são 'followers'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de uso em agentes: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Orquestrador (leader) → workers (followers)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Distribuição de tarefas sem duplicação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Locks distribuídos (apenas um edita recurso por vez)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etcd, ZooKeeper, Redis Redlock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Consenso distribuído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Multi-Region e Autoscaling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Multi-region: reduzir latência para usuários globais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inter-região: ~50-100ms (vs &lt;5ms intra-região)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replicação de estado entre regiões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Autoscaling: HPA (Horizontal Pod Autoscaler) no Kubernetes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KEDA: autoscaling baseado em eventos (fila, métricas custom)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para zero: serverless quando não há tráfego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Métricas de escala: CPU, memória, tamanho de fila, latência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Escala geográfica e automática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Pergunta: Stateless é Sempre Preferível?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Stateless é sempre preferível? Justifique.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onde stateful é necessário: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Sessões longas com contexto acumulado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WebSockets / streaming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Estado em memória para baixa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tornar stateful mais 'stateless-friendly'?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checkpoint externo + restore on-demand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stateless/stateful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— 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Stateless-friendly: worker stateless + checkpoint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particionar por tenant/user/domínio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Réplicas: throughput × N (com load balancer)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Balanceamento: least-connections ou consistent hashing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Coordenação: leader election (Raft/Paxos), locks distribuídos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Multi-region + autoscaling: latência global + escala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típica: clients → LB → shards → DBs isolados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seção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Infraestrutura para Agentes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Kubernetes para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Pods: unidade mínima (1 agente worker por pod)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Deployments: réplicas + rolling updates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HPA: autoscaling horizontal baseado em CPU/métricas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Services: load balancing interno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Ingress: entrada de tráfego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ConfigMaps/Secrets: configuração e secrets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padronização, portabilidade entre clouds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Plataforma padrão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Serverless vs Dedicado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Serverless (Lambda, Cloud Run)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para zero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Paga por execução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Cold start: 1-5s de latência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Ideal: tráfego esporádico, baixo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Dedicado (EC2, ECS, 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Sempre ativo, sem cold start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fixo, independente de uso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latência inicial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Ideal: tráfego constante, alto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 de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GPUs para Inferência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vLLM, TGI: servidores de inferência otimizados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 open-source: Llama, Mistral, Qwen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custo fixo, sem rate limit, baixa latência, privacidade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custo de GPU ($1-8/hora), manutenção, qualidade vs Claude/GPT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 alto volume (&gt;1M tokens/dia), privacidade, latência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 baixo volume, qualidade prioritária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Inferência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Service Mesh e Custo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Service mesh (Istio, Linkerd): camada de comunicação transparente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Features: mTLS, retries, circuit breakers,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Traffic splitting: canary deployments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 agentes: tracing distribuído entre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Custos escondidos (além do LLM):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Memória: Redis (~$50-500/mês)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Rede: transferência entre regiões (~$50-200/mês)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Storage: vetores, logs, traces (~$20-200/mês)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Compute: K8s nodes, GPUs (~$200-2000/mês)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Observabilidade: Datadog, LangSmith (~$50-300/mês)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LLM é ~60-70% do total, infra é 30-40%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Comunicação + custo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FinOps de Agentes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Orçamento como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execução: máximo de $X por run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usuário: máximo de $Y/mês por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tenant: máximo de $Z/mês por empresa/cliente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contador de custo acumulado →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orçamento: um usuário pode gerar $1000 em uma noite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orçamento: agente para e avisa quando limite é atingido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Medição Granular de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step: cada iteração do loop tem custo próprio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tool: qual tool gera mais tokens de contexto?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token: input vs output (preços diferentes)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modelo: se há routing, custo varia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Tagging: cada execução carrega tags (usuário, tenant, categoria, feature)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Dashboard: custo por feature, por tenant, por modelo, por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 granular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Trade-offs: Custo × Latência ×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3 eixos estão em tensão: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Reduzir custo → pode aumentar latência ou reduzir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Reduzir latência → pode aumentar custo ou reduzir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Aumentar qualidade → pode aumentar custo e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existe otimização gratuita (pick two)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Haiku: barato e rápido, mas menos capaz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Opus: capaz, mas caro e lento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Decisão: qual eixo é mais importante para SEU caso?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Triângulo de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Fluxo FinOps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execução → medir custo granular → tag (usuário/tenant/categoria)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tag → FinOps dashboard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→ alerta: custo &gt; orçamento?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sim: circuit breaker aciona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não: ok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→ otimização contínua (routing, cache)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fechado: medir → alertar → otimizar → medir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 diagrama: 12-Diagrams/ETHAGT14/finops-flow.mmd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Loop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Dashboards de Custo Contínuo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 mínimo (Grafana):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dia/semana/mês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feature (qual funcionalidade consome mais)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por tenant (qual cliente consome mais)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Cache hit rate (efetividade do cache)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Top 10 execuções mais caras (outliers)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custo diário &gt; threshold → Slack/email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Otimização contínua: identificar anomalias e agir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Grafana+Prometheus, Datadog, LangSmith, Helicone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Dashboard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Pricing para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per-call: cobrar por execução (transparência)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per-token: repassar custo + margem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assinatura: valor fixo mensal com limite (previsibilidade)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freemium: tier gratuito limitado + tier pago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por valor: cobrar por outcome (resolvido/não resolvido)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custo é variável, pricing precisa ser previsível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Recomendação: assinatura com limite + excedente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 de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Circuit Breaker de Custo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class CostCircuitBreaker:</a:t>
            </a:r>
            <a:br/>
            <a:r>
              <a:t>    def __init__(self, budget):</a:t>
            </a:r>
            <a:br/>
            <a:r>
              <a:t>        self.budget = budget</a:t>
            </a:r>
            <a:br/>
            <a:r>
              <a:t>        self.spent = 0.0</a:t>
            </a:r>
            <a:br/>
            <a:br/>
            <a:r>
              <a:t>    def check(self, estimated_cost):</a:t>
            </a:r>
            <a:br/>
            <a:r>
              <a:t>        # fail-safe: bloqueia se exceder</a:t>
            </a:r>
            <a:br/>
            <a:r>
              <a:t>        if self.spent + estimated_cost &gt; self.budget:</a:t>
            </a:r>
            <a:br/>
            <a:r>
              <a:t>            logger.warning(f'Budget exceeded: {self.spent}')</a:t>
            </a:r>
            <a:br/>
            <a:r>
              <a:t>            alert_slack(f'Circuit breaker acionado')</a:t>
            </a:r>
            <a:br/>
            <a:r>
              <a:t>            raise BudgetExceeded(</a:t>
            </a:r>
            <a:br/>
            <a:r>
              <a:t>                f'Orçamento de R${self.budget} excedido'</a:t>
            </a:r>
            <a:br/>
            <a:r>
              <a:t>            )</a:t>
            </a:r>
            <a:br/>
            <a:br/>
            <a:r>
              <a:t>    def add(self, actual_cost):</a:t>
            </a:r>
            <a:br/>
            <a:r>
              <a:t>        self.spent += actual_cost</a:t>
            </a:r>
            <a:br/>
            <a:br/>
            <a:r>
              <a:t># Uso:</a:t>
            </a:r>
            <a:br/>
            <a:r>
              <a:t>breaker = CostCircuitBreaker(budget=0.10)</a:t>
            </a:r>
            <a:br/>
            <a:r>
              <a:t>breaker.check(estimated_cost=0.02)</a:t>
            </a:r>
            <a:br/>
            <a:r>
              <a:t>response = llm(query)</a:t>
            </a:r>
            <a:br/>
            <a:r>
              <a:t>breaker.add(actual_cost=response.cost)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Circuit Breaker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sistema multi-tenant com orçamento de R$100/usuário/mês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código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Escrevam lógica de circuit breaker 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Verifica custo acumulado do mês para 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Bloqueia execuções se custo mensal exceder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Inclui: alerta, log, exceção amigável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Bônus: o que acontece se orçamento for compartilhado entre features?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pesos por feature (chat=1x, RAG=2x, code=3x)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Duplas — circuit breaker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Comece por caching (maior ROI, menor esforço)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Meça custo desde a primeira linha de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Defina orçamento por execução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routing para separar queries simples de complexas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Faça checkpoint do estado externamente (stateless-friendly)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Monitore cache hit rate continuamente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autoscaling com métricas de negócio (fila, latência), não só CPU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Teste sob carga antes de ir para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medir custo (surpresa no fim do 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definir orçamento (usuário gera $1000 em uma noite)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Usar sempre o modelo mais caro (desperdício)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cachear (todas as queries batem no 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Manter estado em memória sem checkpoint (perda em restart)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Ignorar rate limits (429 em cascata)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monitorar cache hit rate (cache ineficaz sem saber)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Otimizar antes de medir (premature optimization)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vermelho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Assistente Corporativo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assistente corporativo para 5.000 funcionários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Antes: 1 agente/usuário, sem cache, sempre 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R$15k/mês · Latência p95: 12s · Erro: 5%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Depois: cache semântico + routing + sharding + FinOps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R$4k/mês (−73%) · Latência p95: 4s (−67%) · Erro: 1%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Decomposição: cache (40%), routing (20%), batching (10%), infra (3%)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escalabilidade é combinação de técnicas, não bala de prata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Gargalos: latência de LLM, custo de contexto, rate limits, estado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Caching = primeira linha de defesa (exact, semântico, embeddings, tools)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= separar simples de complexo (Haiku/Sonnet/Opus)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Distribuição = stateless + checkpoint, sharding, replica + balanceamento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Infra = K8s + autoscaling + service mesh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FinOps = orçamento, medição granular, circuit breaker,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otimizar custo/latência ≥40% sem perder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Identificou gargalos de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cache semântico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Configurou model routing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Distribuiu agentes com sharding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Configurou FinOps com circuit breaker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trade-offs custo × latência ×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marcou todos, a aula cumpriu o objetivo.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 Cache Semântico (4h), Sharding por Tenant (5h)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PRIMEIRA otimização que você deve aplicar a um agente em produção?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Fine-tuning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Caching (semântico + exact match)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Multi-region deployment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Speculative decoding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 (maior ROI, menor esforço, menor risco)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semântico com threshold muito baixo (ex: 0.75) causa qual problema?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Aumenta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Falsos positivos (resposta errada servida como correta)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Rate limit excedido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Aumenta custo de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 (falsos positivos — o pior tipo de erro, silencioso)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Streaming reduz a latência TOTAL de uma resposta?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Sim, significativamente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Sim, marginalmente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Não, reduz apenas a latência PERCEBIDA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Não, aumenta a latência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(reduz percebida, não real — LLM gera mesmos tokens no mesmo tempo)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Em que cenário cache semântico é mais perigoso que útil?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Stateless é sempre preferível? Justifique com um contra-exemplo.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você convenceria um CTO a investir em FinOps antes de escalar?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Qual o maior risco de autoscaling baseado apenas em CPU?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Debate profundo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ETHAGT11 — Pré-requisito: K8s, Docker,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 de Agentes: estado distribuído em detalhe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observabilidade em profundidade (traces, eval)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ETHAGT15 — Meta-Agentes: auto-aprendizado que pode otimizar custos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otimização de custo em sistema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da especialização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Referências e Leitura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Kleppmann — Designing Data-Intensive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FinOps Foundation — FinOps for ML/AI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Speculative Decoding (arXiv:2211.17192)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vLLM docs (serving LLMs)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Richards &amp; Ford — Fundamentals of Software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Docs: LiteLLM (roteamento), OpenTelemetry, Grafana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otimizar custo/latência ≥40% + ADR + FinOps dashboard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 Lab 1 (Cache Semântico, 4h), Lab 2 (Sharding, 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ETHAGT14 — Escalabilidade &amp; Sistemas Distribuídos</a:t>
            </a:r>
            <a:br/>
            <a:r>
              <a:t>Próxima aula: ETHAGT15 — Meta-Agentes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