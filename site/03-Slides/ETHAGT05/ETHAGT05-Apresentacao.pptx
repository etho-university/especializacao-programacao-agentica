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Bem-vindos. Esta e a aula de memoria de agentes — o modulo que transforma um agente amnesico em um agente com contexto acumulado, aprendizado e persistencia.</a:t>
            </a:r>
          </a:p>
          <a:p>
            <a:r>
              <a:t>💡 Analogia: a diferenca entre um hospede de hotel (esquece cada conversa) e um amigo de longa data (lembra de tudo).</a:t>
            </a:r>
          </a:p>
          <a:p>
            <a:r>
              <a:t>❓ 'Quantos ja ficaram frustrados com o ChatGPT esquecendo algo no meio de uma conversa longa?'</a:t>
            </a:r>
          </a:p>
          <a:p>
            <a:r>
              <a:t>⚠️ Alunos chegam achando que memoria e so vector DB. Nao — memoria e uma arquitetura com 4 camadas.</a:t>
            </a:r>
          </a:p>
          <a:p>
            <a:r>
              <a:t>➡️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e mensuravel: 'distinguir', 'implementar', 'gerenciar', 'construir', 'lidar'.</a:t>
            </a:r>
          </a:p>
          <a:p>
            <a:r>
              <a:t>❓ 'Qual desses objetivos voces acham mais desafiador?' (costuma ser #3 ou #5)</a:t>
            </a:r>
          </a:p>
          <a:p>
            <a:r>
              <a:t>⚠️ Alunos confundem 'memoria' com 'vector DB'. O objetivo #1 e entender que ha 4 camadas.</a:t>
            </a:r>
          </a:p>
          <a:p>
            <a:r>
              <a:t>➡️ Vamos ver onde estamos no mapa da especializacao.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C1 atinge Avancado aqui. C4 — Agent Memory — atinge Intermediario, o foco da aula.</a:t>
            </a:r>
          </a:p>
          <a:p>
            <a:r>
              <a:t>⚠️ 'Basico' em C6 nao significa que seguranca nao importa — PII em memoria e critico.</a:t>
            </a:r>
          </a:p>
          <a:p>
            <a:r>
              <a:t>➡️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aula tem dois blocos. DEMO ao vivo no Slide 28. Quiz final com 3 perguntas.</a:t>
            </a:r>
          </a:p>
          <a:p>
            <a:r>
              <a:t>⚠️ Alunos chegam atrasados e perdem a Seccao B (4 camadas) — e a fundacao.</a:t>
            </a:r>
          </a:p>
          <a:p>
            <a:r>
              <a:t>➡️ Motivacao.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Agente sem memoria e tragicamente limitado. Otimo em uma conversa isolada, mas nao acumula nada.</a:t>
            </a:r>
          </a:p>
          <a:p>
            <a:r>
              <a:t>💡 Analogia: medico que esquece seu historico a cada visita — voce explica tudo de novo.</a:t>
            </a:r>
          </a:p>
          <a:p>
            <a:r>
              <a:t>❓ 'Quanto contexto voce acha que um assistente pessoal precisa reter?' (meses a anos)</a:t>
            </a:r>
          </a:p>
          <a:p>
            <a:r>
              <a:t>⚠️ Context window maior nao resolve — 200k tokens nao basta para 1 ano de uso diario.</a:t>
            </a:r>
          </a:p>
          <a:p>
            <a:r>
              <a:t>➡️ Por que memoria agora?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Memoria de agentes nao e ideia nova — sistemas especialistas dos anos 80 ja tinham 'memoria'. Mas context windows cresceram, custo baixou, frameworks trouxeram checkpointer.</a:t>
            </a:r>
          </a:p>
          <a:p>
            <a:r>
              <a:t>❓ 'Qual fator foi o gatilho mais recente?' (Resposta: frameworks com checkpointer)</a:t>
            </a:r>
          </a:p>
          <a:p>
            <a:r>
              <a:t>➡️ As 4 camadas de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do bloco de fundamentos. Quais tipos de memoria um agente precisa? Sao quatro: working, episodica, semantica, procedural.</a:t>
            </a:r>
          </a:p>
          <a:p>
            <a:r>
              <a:t>➡️ Working memory — a context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Context window e a memoria de trabalho — o que o LLM 've' no momento. Efemera e custa por uso.</a:t>
            </a:r>
          </a:p>
          <a:p>
            <a:r>
              <a:t>💡 Analogia: mesa de trabalho. So cabe certa quantidade de papeis. Se enche, voce arquiva (evict) ou resume.</a:t>
            </a:r>
          </a:p>
          <a:p>
            <a:r>
              <a:t>❓ 'Se um modelo tem 200k tokens, isso e muito ou pouco?' (1 sessao: muito. 1 ano de uso diario: quase nada)</a:t>
            </a:r>
          </a:p>
          <a:p>
            <a:r>
              <a:t>⚠️ Context window nao e 'memoria' — e working memory. Memoria de longo prazo e outra coisa.</a:t>
            </a:r>
          </a:p>
          <a:p>
            <a:r>
              <a:t>➡️ Limites da context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paper 'Lost in the Middle' mostrou que LLMs perdem precisao no meio de contextos longos. Destroi a ilusao de que 'context window grande resolve tudo'.</a:t>
            </a:r>
          </a:p>
          <a:p>
            <a:r>
              <a:t>💡 Analogia: biblioteca sem catalogacao. 10 milhoes de livros 'la' mas voce se perde.</a:t>
            </a:r>
          </a:p>
          <a:p>
            <a:r>
              <a:t>❓ 'Ja notaram o ChatGPT esquecendo algo no meio de uma conversa longa?'</a:t>
            </a:r>
          </a:p>
          <a:p>
            <a:r>
              <a:t>⚠️ Mito: 'custo cresce quadraticamente'. Em API, custo e linear. O que cresce e latencia e degradacao de qualidade.</a:t>
            </a:r>
          </a:p>
          <a:p>
            <a:r>
              <a:t>➡️ Episodica.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Episodica registra eventos com timestamp. Recuperacao por similaridade semantica — busca por significado, nao por chave estruturada.</a:t>
            </a:r>
          </a:p>
          <a:p>
            <a:r>
              <a:t>💡 Analogia: diario pessoal. Voce le entradas similares, nao busca por 'ID 1234'.</a:t>
            </a:r>
          </a:p>
          <a:p>
            <a:r>
              <a:t>❓ 'Diferenca entre episodica e log?' (Episodica e fuzzy, recuperada por similaridade; log e exato, por SQL)</a:t>
            </a:r>
          </a:p>
          <a:p>
            <a:r>
              <a:t>⚠️ Episodica nao e log. Sao complementares, nao iguais.</a:t>
            </a:r>
          </a:p>
          <a:p>
            <a:r>
              <a:t>➡️ Semantica.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Semantica armazena fatos — 'Joao e dev Python'. Nao tem timestamp relevante. Surge por consolidacao de eventos.</a:t>
            </a:r>
          </a:p>
          <a:p>
            <a:r>
              <a:t>💡 Analogia: episodios de serie (episodica) vs biblia da serie (semantica).</a:t>
            </a:r>
          </a:p>
          <a:p>
            <a:r>
              <a:t>❓ "'O usuario prefere portugues' — episodica ou semantica?" (Semantica)</a:t>
            </a:r>
          </a:p>
          <a:p>
            <a:r>
              <a:t>⚠️ Regra: se tem 'quando', e episodica. Se e 'o que e verdade', e semantica.</a:t>
            </a:r>
          </a:p>
          <a:p>
            <a:r>
              <a:t>➡️ Procedural.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Procedural armazena 'como fazer' — sequencias de actions. Surge por reflexao: tenta, falha, reflete, extrai licao.</a:t>
            </a:r>
          </a:p>
          <a:p>
            <a:r>
              <a:t>💡 Analogia: aprender a dirigir. Primeiro pensa em cada passo (working); depois fica automatico (procedural).</a:t>
            </a:r>
          </a:p>
          <a:p>
            <a:r>
              <a:t>⚠️ Procedural nao e 'tools'. Tools sao fixas; procedural e a sequencia aprendida de QUANDO e COMO usar tools.</a:t>
            </a:r>
          </a:p>
          <a:p>
            <a:r>
              <a:t>➡️ As 4 camadas integradas.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As 4 camadas sao complementares, nao alternativas. Chatbot simples: so working. Assistente pessoal: working + episodica + semantica.</a:t>
            </a:r>
          </a:p>
          <a:p>
            <a:r>
              <a:t>💡 Regra: comece com working + checkpointer. Adicione as outras conforme necessidade.</a:t>
            </a:r>
          </a:p>
          <a:p>
            <a:r>
              <a:t>❓ 'Para um chatbot de FAQ, quais camadas?' (Working + semantica)</a:t>
            </a:r>
          </a:p>
          <a:p>
            <a:r>
              <a:t>⚠️ Over-engineering de memoria e anti-pattern. Comece simples.</a:t>
            </a:r>
          </a:p>
          <a:p>
            <a:r>
              <a:t>➡️ Diagrama integrado.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Slide-chave do bloco. Memorizem este diagrama. O agente acessa 4 camadas de memoria, cada uma com storage e padrao de recuperacao distintos.</a:t>
            </a:r>
          </a:p>
          <a:p>
            <a:r>
              <a:t>💡 Analogia: arquitetura de um cerebro digital. Working = cortex pre-frontal. Episodica = hipocampo. Semantica = cortex temporal. Procedural = ganglios da base.</a:t>
            </a:r>
          </a:p>
          <a:p>
            <a:r>
              <a:t>⚠️ Checkpointer NAO e uma camada de memoria. E infraestrutura que persiste o estado do grafo do agente.</a:t>
            </a:r>
          </a:p>
          <a:p>
            <a:r>
              <a:t>➡️ Inspiracao cognitiva — sem literalismo.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taxonomia vem da psicologia cognitiva. Util como framework, mas LLMs nao sao cerebros.</a:t>
            </a:r>
          </a:p>
          <a:p>
            <a:r>
              <a:t>💡 Analogia: asa do aviao inspirada na asa do passaro, mas nao e asa de passaro — nao bate, e fixa, tem turbines.</a:t>
            </a:r>
          </a:p>
          <a:p>
            <a:r>
              <a:t>❓ 'Inspiracao cognitiva: framework de design ou modelo neural?' (Framework de design)</a:t>
            </a:r>
          </a:p>
          <a:p>
            <a:r>
              <a:t>⚠️ Nao replique fenomenos cognitivos sem beneficio pratico.</a:t>
            </a:r>
          </a:p>
          <a:p>
            <a:r>
              <a:t>➡️ MemGPT — a melhor instanciacao dessa taxonomia.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MemGPT e o paper canonico de memoria de agentes. Trata o LLM como SO: context window como RAM, memoria persistente como disco, self-editing memory.</a:t>
            </a:r>
          </a:p>
          <a:p>
            <a:r>
              <a:t>💡 Analogia: gerenciar abas do navegador. Fecha as menos usadas (page-out), reabre quando precisa (page-in).</a:t>
            </a:r>
          </a:p>
          <a:p>
            <a:r>
              <a:t>❓ 'Se o modelo decide page-in/out, nao ha risco de decidir mal?' (Sim, problema ativo de pesquisa)</a:t>
            </a:r>
          </a:p>
          <a:p>
            <a:r>
              <a:t>⚠️ MemGPT nao e vector DB — e uma arquitetura de gestao de memoria.</a:t>
            </a:r>
          </a:p>
          <a:p>
            <a:r>
              <a:t>➡️ Checkpointer — persistencia entre sessoes.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do bloco de checkpointer. Por que precisamos de persistencia? Como o LangGraph modela? Quais backends? Resume/replay/branching. DEMO no final.</a:t>
            </a:r>
          </a:p>
          <a:p>
            <a:r>
              <a:t>➡️ 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checkpointer, o agente e efemero. Perde tudo ao restart. Quebra casos reais: deploy, HITL longo, debug, A/B testing.</a:t>
            </a:r>
          </a:p>
          <a:p>
            <a:r>
              <a:t>💡 Analogia: videogame sem save — morre e volta ao inicio. Checkpointer e o 'save'.</a:t>
            </a:r>
          </a:p>
          <a:p>
            <a:r>
              <a:t>⚠️ Checkpointer nao e so 'salvar mensagens' — serializa o estado completo do grafo.</a:t>
            </a:r>
          </a:p>
          <a:p>
            <a:r>
              <a:t>➡️ Conceito do LangGraph.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LangGraph serializa o estado a cada node execution. thread_id agrupa checkpoints de uma sessao; checkpoint_id identifica o momento.</a:t>
            </a:r>
          </a:p>
          <a:p>
            <a:r>
              <a:t>💡 Analogia: save de videogame com slots. thread_id = slot (cada jogador); checkpoint_id = momento do save.</a:t>
            </a:r>
          </a:p>
          <a:p>
            <a:r>
              <a:t>⚠️ Nao confunda thread_id com session_id. Use thread_id como chave de agrupamento.</a:t>
            </a:r>
          </a:p>
          <a:p>
            <a:r>
              <a:t>➡️ Estado serializavel.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Estado deve ser JSON-serializable. Padrao: TypedDict com messages, intermediate_results, metadata, schema_version.</a:t>
            </a:r>
          </a:p>
          <a:p>
            <a:r>
              <a:t>💡 Analogia: salvar jogo. Salva posicao/inventario/HP (serializavel), nao conexao com servidor (efemero).</a:t>
            </a:r>
          </a:p>
          <a:p>
            <a:r>
              <a:t>⚠️ Nao coloque objetos nao-serializaveis no estado (engine DB, file handles). Se nao vira JSON, nao vai no estado.</a:t>
            </a:r>
          </a:p>
          <a:p>
            <a:r>
              <a:t>➡️ Backends.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Tres backends oficiais. Postgres (producao), SQLite (dev), Redis (cache de sessao).</a:t>
            </a:r>
          </a:p>
          <a:p>
            <a:r>
              <a:t>💡 Analogia: SQLite = bicicleta (simples, local). Postgres = carro (robusto, multiuso). Redis = foguete (rapido mas volatile).</a:t>
            </a:r>
          </a:p>
          <a:p>
            <a:r>
              <a:t>❓ 'Qual backend usaria para multi-tenant em producao?' (Postgres)</a:t>
            </a:r>
          </a:p>
          <a:p>
            <a:r>
              <a:t>➡️ Comparacao detalhada.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Postgres ganha em durabilidade e multi-tenant (producao). SQLite em simplicidade (dev). Redis em latencia (cache).</a:t>
            </a:r>
          </a:p>
          <a:p>
            <a:r>
              <a:t>💡 Regra: comece com SQLite (dev) → Postgres (prod) → Redis (cache de sessao ativa).</a:t>
            </a:r>
          </a:p>
          <a:p>
            <a:r>
              <a:t>⚠️ Nao use Redis como fonte de verdade — persistencia e limitada.</a:t>
            </a:r>
          </a:p>
          <a:p>
            <a:r>
              <a:t>➡️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Resume carrega o ultimo checkpoint do thread_id e continua. O agente nao 'sabe' que foi pausado.</a:t>
            </a:r>
          </a:p>
          <a:p>
            <a:r>
              <a:t>💡 Analogia: pausar filme. Voce para no minuto 45, dorme, e no dia seguinte continua do 45 — nao do inicio.</a:t>
            </a:r>
          </a:p>
          <a:p>
            <a:r>
              <a:t>⚠️ Pegadinha: se o modelo mudou (GPT-4-turbo → GPT-4o), comportamento pode diferir. Se schema mudou, pode quebrar.</a:t>
            </a:r>
          </a:p>
          <a:p>
            <a:r>
              <a:t>➡️ Diagrama do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fluxo: sessao 1 grava, sessao 2 carrega com mesmo thread_id, e o agente continua.</a:t>
            </a:r>
          </a:p>
          <a:p>
            <a:r>
              <a:t>💡 Analogia: serie da Netflix — 'continuar de onde parou?' exatamente no minuto.</a:t>
            </a:r>
          </a:p>
          <a:p>
            <a:r>
              <a:t>➡️ 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Replay e diferente de resume. Resume continua. Replay re-executa do passado. Essencial para debug e A/B testing.</a:t>
            </a:r>
          </a:p>
          <a:p>
            <a:r>
              <a:t>💡 Analogia: 'instant replay' nos esportes — voce volta no tempo e re-ve.</a:t>
            </a:r>
          </a:p>
          <a:p>
            <a:r>
              <a:t>⚠️ Nao confunda: resume = continuar; replay = re-executar.</a:t>
            </a:r>
          </a:p>
          <a:p>
            <a:r>
              <a:t>➡️ Branching.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Branching e o time travel do checkpointer. Pega um checkpoint antigo, faz fork, executa diferente. Como save scumming em jogos.</a:t>
            </a:r>
          </a:p>
          <a:p>
            <a:r>
              <a:t>❓ 'Time travel e debug ou risco?' (Ambos — em dev e ferramenta; em prod, precisa de controle de acesso)</a:t>
            </a:r>
          </a:p>
          <a:p>
            <a:r>
              <a:t>⚠️ Branching nao desfaz a execucao original — cria um RAMO novo, como no git.</a:t>
            </a:r>
          </a:p>
          <a:p>
            <a:r>
              <a:t>➡️ Versionamento de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 schema do estado evolui. Sem versionamento, checkpoints antigos quebram ao retomar. Com schema_version + migracao lazy, converte no load.</a:t>
            </a:r>
          </a:p>
          <a:p>
            <a:r>
              <a:t>💡 Analogia: atualizar app no celular. App v2 espera campo que v1 nao salvava. Migracao automatica resolve.</a:t>
            </a:r>
          </a:p>
          <a:p>
            <a:r>
              <a:t>⚠️ Versione o schema desde o dia 1: schema_version: 1 no primeiro commit.</a:t>
            </a:r>
          </a:p>
          <a:p>
            <a:r>
              <a:t>➡️ DEMO!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AO VIVO.</a:t>
            </a:r>
          </a:p>
          <a:p>
            <a:r>
              <a:t>📖 Vou iniciar agente com thread_id=demo-001. Ele comeca tarefa. No meio, Ctrl+C — processo morre. Depois reinicio com mesmo thread_id e ele RETOMA exatamente de onde parou.</a:t>
            </a:r>
          </a:p>
          <a:p>
            <a:r>
              <a:t>💡 Analogia: truque de magica de 'serrar a pessoa ao meio'. Mato o agente (Ctrl+C) e ele revive intacto. A magica e o checkpointer.</a:t>
            </a:r>
          </a:p>
          <a:p>
            <a:r>
              <a:t>⚠️ Se API ou Postgres cair, tenho screenshot pre-gravado. Plano B.</a:t>
            </a:r>
          </a:p>
          <a:p>
            <a:r>
              <a:t>➡️ Pergunta 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Discutam em duplas, 2 min. As 3 perguntas sao para pensar em edge cases do resume.</a:t>
            </a:r>
          </a:p>
          <a:p>
            <a:r>
              <a:t>💡 Analogia: 'o que acontece se trocar o motor do carro no meio de uma viagem?' Provavelmente funciona, mas precisa verificar.</a:t>
            </a:r>
          </a:p>
          <a:p>
            <a:r>
              <a:t>➡️ Respostas: (1) provavelmente funciona, comportamento pode diferir; (2) sem versionamento quebra, com migracao lazy funciona; (3) rodar com e sem interrupcao, comparar outputs.</a:t>
            </a:r>
          </a:p>
          <a:p>
            <a:r>
              <a:t>➡️ Gestao de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da gestao de contexto. Checkpointer persiste entre sessoes, mas DENTRO de uma sessao, a context window e finita. Custo, estrategias: janela deslizante, sumarizacao, eviction, entity-centric.</a:t>
            </a:r>
          </a:p>
          <a:p>
            <a:r>
              <a:t>➡️ 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context window e finita. Mesmo 200k tokens enchem em conversa longa com tools e retrieval.</a:t>
            </a:r>
          </a:p>
          <a:p>
            <a:r>
              <a:t>💡 Analogia: mala de viagem. Pode encher ate fechar a forca, mas fica pesada e desorganizada. Melhor curar o que coloca.</a:t>
            </a:r>
          </a:p>
          <a:p>
            <a:r>
              <a:t>⚠️ Context window grande nao elimina a necessidade de gestao.</a:t>
            </a:r>
          </a:p>
          <a:p>
            <a:r>
              <a:t>➡️ Mito do custo quadratico.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Desmistificando. Computacao attention e O(n²), mas custo de API que voce paga e LINEAR. O que cresce de verdade e latencia e degradacao de qualidade (Lost in the Middle).</a:t>
            </a:r>
          </a:p>
          <a:p>
            <a:r>
              <a:t>💡 Analogia: dirigir estrada longa. Combustivel cresce linear, mas fadiga e chance de acidente crescem mais.</a:t>
            </a:r>
          </a:p>
          <a:p>
            <a:r>
              <a:t>❓ 'Se o custo e linear, por que preocupar?' (Latencia e qualidade — 200k tokens nao dao 200x melhor resposta)</a:t>
            </a:r>
          </a:p>
          <a:p>
            <a:r>
              <a:t>⚠️ Nao repita 'custo quadratico' sem entender.</a:t>
            </a:r>
          </a:p>
          <a:p>
            <a:r>
              <a:t>➡️ Estrategia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Janela deslizante: mantem so as ultimas N mensagens. Simples e barato, mas perde contexto antigo.</a:t>
            </a:r>
          </a:p>
          <a:p>
            <a:r>
              <a:t>💡 Analogia: conversa em bar barulhento. So lembra dos ultimos 5 minutos.</a:t>
            </a:r>
          </a:p>
          <a:p>
            <a:r>
              <a:t>⚠️ Nao use para casos que precisam de memoria de longo prazo. Use checkpointer + memoria persistente.</a:t>
            </a:r>
          </a:p>
          <a:p>
            <a:r>
              <a:t>➡️ Sumarizacao.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Sumarizacao em cascata comprime mensagens antigas em sumarios multi-nivel. Cada nivel perde detalhe mas ganha abstracao.</a:t>
            </a:r>
          </a:p>
          <a:p>
            <a:r>
              <a:t>💡 Analogia: ler livro resumido. Original 500p, resumo 50p, resumo do resumo 5p, sinopse 1 paragrafo.</a:t>
            </a:r>
          </a:p>
          <a:p>
            <a:r>
              <a:t>⚠️ Sumario e lossy. Mitigue: mantenha eventos originais no vector DB com fallback para nivel inferior.</a:t>
            </a:r>
          </a:p>
          <a:p>
            <a:r>
              <a:t>➡️ Eviction por relevancia.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vez de descartar por tempo ou comprimir tudo, calcule um SCORE por item. Score alto fica; baixo e evictado.</a:t>
            </a:r>
          </a:p>
          <a:p>
            <a:r>
              <a:t>💡 Analogia: limpar email. Nao apaga por data nem arquiva tudo. Decide: importante (manter), antigo irrelevante (arquivar), spam (apagar).</a:t>
            </a:r>
          </a:p>
          <a:p>
            <a:r>
              <a:t>⚠️ Recencia e um fator, mas importancia e frequencia tambem. Fato critico de 6 meses pode ser mais importante que mensagem de 5 min.</a:t>
            </a:r>
          </a:p>
          <a:p>
            <a:r>
              <a:t>➡️ Fluxo de eviction.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evento recebe score. Relevance × decay(age). Threshold decide. Entidades criticas tem decay lento. Recall frequente aumenta score (reforco).</a:t>
            </a:r>
          </a:p>
          <a:p>
            <a:r>
              <a:t>💡 Analogia: algoritmo do Facebook. Relevancia + recencia + frequencia decidem o que fica no feed.</a:t>
            </a:r>
          </a:p>
          <a:p>
            <a:r>
              <a:t>➡️ Entity-centric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Entity-centric organiza memoria por entidade. O modelo faz page-in/out. Como MemGPT e Zep.</a:t>
            </a:r>
          </a:p>
          <a:p>
            <a:r>
              <a:t>💡 Analogia: organizar arquivos por cliente em vez de por data. Abre pasta do cliente X (page-in); fecha do Y (page-out).</a:t>
            </a:r>
          </a:p>
          <a:p>
            <a:r>
              <a:t>⚠️ Entity-centric nao e vector DB — e uma forma de ORGANIZAR. Vector DB pode ser o backend.</a:t>
            </a:r>
          </a:p>
          <a:p>
            <a:r>
              <a:t>➡️ Vector DB nem sempre e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DB e ferramenta, nao solucao universal. Bom para similaridade, pessimo para exact match, ordenacao, agregacao, joins.</a:t>
            </a:r>
          </a:p>
          <a:p>
            <a:r>
              <a:t>💡 Analogia: martelo e otimo para pregar, pessimo para aparafusar. Nao use martelo para parafuso.</a:t>
            </a:r>
          </a:p>
          <a:p>
            <a:r>
              <a:t>❓ 'Citem um caso onde vector DB seria a escolha ERRADA.' (Saldo bancario, lista de usuarios, agregacoes)</a:t>
            </a:r>
          </a:p>
          <a:p>
            <a:r>
              <a:t>⚠️ Regra: vector para recall semantico, relacional para fatos estruturados, KG para relacoes.</a:t>
            </a:r>
          </a:p>
          <a:p>
            <a:r>
              <a:t>➡️ Exercicio de eviction.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Hora de praticar. Em trios, 3 min. Politica de eviction combinando relevancia e idade.</a:t>
            </a:r>
          </a:p>
          <a:p>
            <a:r>
              <a:t>💡 Analogia: geladeira. Conservas duram semanas, verduras dias, comida quente horas. Politica por tipo.</a:t>
            </a:r>
          </a:p>
          <a:p>
            <a:r>
              <a:t>❓ 'Quais entidades classificariam como criticas?' (Pagamentos, contratos, prazos, saude)</a:t>
            </a:r>
          </a:p>
          <a:p>
            <a:r>
              <a:t>⚠️ Nao esquecam PII — TTL maximo por compliance.</a:t>
            </a:r>
          </a:p>
          <a:p>
            <a:r>
              <a:t>➡️ Transicao.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Gestao de contexto resolve o CURTO PRAZO. E o longo prazo? Memoria vetorial.</a:t>
            </a:r>
          </a:p>
          <a:p>
            <a:r>
              <a:t>➡️ Seccao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do bloco de memoria vetorial. Como converter eventos em embeddings? Como recuperar por similaridade? Metadata filtering? Re-ranking? Pipeline completo. Lab 2 no final.</a:t>
            </a:r>
          </a:p>
          <a:p>
            <a:r>
              <a:t>➡️ Embedding de eventos.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Primeiro passo: converter cada evento em embedding (vetor de N dimensoes). Modelos: OpenAI, BGE, E5. Armazene vetor + metadata.</a:t>
            </a:r>
          </a:p>
          <a:p>
            <a:r>
              <a:t>💡 Analogia: catalogar livro. Embedding = codigo de barras semantico; metadata = ficha catalografica (autor, data, genero).</a:t>
            </a:r>
          </a:p>
          <a:p>
            <a:r>
              <a:t>⚠️ Nao esqueca metadata. Sem metadata, so da para vector search puro — nao filtra por usuario/sessao/tempo.</a:t>
            </a:r>
          </a:p>
          <a:p>
            <a:r>
              <a:t>➡️ Recall por similaridade.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Para recuperar, converta a query em embedding e busque top-K por cosine similarity. Insira no contexto.</a:t>
            </a:r>
          </a:p>
          <a:p>
            <a:r>
              <a:t>💡 Analogia: buscar no Google. Digita query, recupera milhoes 'similares', ranqueia top-10.</a:t>
            </a:r>
          </a:p>
          <a:p>
            <a:r>
              <a:t>❓ 'Se usuario pergunta lembra do deploy que falhou ontem, o que recuperamos?' (Eventos com embedding similar a 'deploy falhou', filtrados por timestamp=ontem)</a:t>
            </a:r>
          </a:p>
          <a:p>
            <a:r>
              <a:t>➡️ Metadata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search puro nao resolve tudo. Combine metadata filter + vector search. Pre-filter e mais eficiente que post-filter.</a:t>
            </a:r>
          </a:p>
          <a:p>
            <a:r>
              <a:t>💡 Analogia: biblioteca. Voce nao busca em milhoes de livros por similaridade. Vai a secao 'Ficcao Cientifica' (filter) depois busca por similaridade.</a:t>
            </a:r>
          </a:p>
          <a:p>
            <a:r>
              <a:t>⚠️ Nao faca vector search puro e filtre no codigo. Ineficiente. Deixe o vector DB fazer o filter.</a:t>
            </a:r>
          </a:p>
          <a:p>
            <a:r>
              <a:t>➡️ Re-ranking.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Vector search usa approximate nearest neighbors — rapido mas impreciso. Re-ranker (cross-encoder) refina top-K para top-N mais preciso.</a:t>
            </a:r>
          </a:p>
          <a:p>
            <a:r>
              <a:t>💡 Analogia: contratar. Triagem rapida (vector: top 20 curriculos), depois entrevistas (re-ranker: top 5).</a:t>
            </a:r>
          </a:p>
          <a:p>
            <a:r>
              <a:t>⚠️ Para producao, re-ranking melhora muito a qualidade. Latencia extra (~200ms) e justificavel.</a:t>
            </a:r>
          </a:p>
          <a:p>
            <a:r>
              <a:t>➡️ Pipeline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Slide-chave da Seccao E. Pipeline completo em 6 etapas. Memorizem — e o que voces vao implementar no Lab 2.</a:t>
            </a:r>
          </a:p>
          <a:p>
            <a:r>
              <a:t>💡 Analogia: investigacao policial. Pista (query) → filtra suspeitos (metadata) → busca por perfil (vector) → re-avalia (re-rank) → apresenta evidencias (contexto) → detetive conclui (responde).</a:t>
            </a:r>
          </a:p>
          <a:p>
            <a:r>
              <a:t>⚠️ Cada etapa tem proposito. Nao pule nenhuma.</a:t>
            </a:r>
          </a:p>
          <a:p>
            <a:r>
              <a:t>➡️ Comparacao de vector DBs.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Quatro opcoes. Qdrant (controle/performance), Chroma (prototipo), Pinecone (managed/zero-ops), pgvector (unifica com Postgres).</a:t>
            </a:r>
          </a:p>
          <a:p>
            <a:r>
              <a:t>💡 Analogia: Chroma = hostal (simples), Qdrant = Airbnb (controle), Pinecone = hotel 5 estrelas (managed), pgvector = morar com os pais (reutiliza).</a:t>
            </a:r>
          </a:p>
          <a:p>
            <a:r>
              <a:t>❓ 'Se ja tem Postgres, qual escolheria?' (pgvector — elimina componente)</a:t>
            </a:r>
          </a:p>
          <a:p>
            <a:r>
              <a:t>➡️ Lab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No Lab 2, voces implementam o pipeline completo de recall. Stack: LangGraph + Qdrant + OpenAI. Comparacao A/B: com vs sem memoria.</a:t>
            </a:r>
          </a:p>
          <a:p>
            <a:r>
              <a:t>💡 Analogia: medico com prontuario (com memoria) vs sem prontuario (sem memoria). Qualidade drasticamente diferente.</a:t>
            </a:r>
          </a:p>
          <a:p>
            <a:r>
              <a:t>➡️ Exercicio de escolha.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Practicar a escolha. (1) Ambos — metadata temporal + vector semantico. (2) Embedding + filter procedural. (3) Nenhum — relacional.</a:t>
            </a:r>
          </a:p>
          <a:p>
            <a:r>
              <a:t>💡 Analogia: escolher ferramenta de busca. Semantica para 'encontre paragrafo sobre X', SQL para 'liste itens de ontem', lookup para 'saldo atual'.</a:t>
            </a:r>
          </a:p>
          <a:p>
            <a:r>
              <a:t>⚠️ Vector search nao e para tudo. Saiba quando usar filter, vector, ambos, ou nenhum.</a:t>
            </a:r>
          </a:p>
          <a:p>
            <a:r>
              <a:t>➡️ Transicao para semantica.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Eventos acumulados viram conhecimento? Consolidação.</a:t>
            </a:r>
          </a:p>
          <a:p>
            <a:r>
              <a:t>➡️ Seccao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de semantica e grafos. Consolidacao (episodica → semantica), criterios de promocao, knowledge graph, Generative Agents.</a:t>
            </a:r>
          </a:p>
          <a:p>
            <a:r>
              <a:t>➡️ Consolidacao.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Consolidacao transforma eventos em fatos. Processo offline/batch: agrupa, extrai, remove redundancia, promove.</a:t>
            </a:r>
          </a:p>
          <a:p>
            <a:r>
              <a:t>💡 Analogia: editor le 100 reportagens sobre tema, escreve 1 artigo de sintese. 100 reportagens = eventos; artigo = fato.</a:t>
            </a:r>
          </a:p>
          <a:p>
            <a:r>
              <a:t>⚠️ Nao consolide imediatamente. Espere massa critica (3-5 ocorrencias).</a:t>
            </a:r>
          </a:p>
          <a:p>
            <a:r>
              <a:t>➡️ Quando promover?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Criterios de promocao: frequencia, confianca, estabilidade, utilidade. Nao promova volateis (saldo) ou PII desnecessaria.</a:t>
            </a:r>
          </a:p>
          <a:p>
            <a:r>
              <a:t>💡 Analogia: criterios da Wikipedia. Notoriedade, fontes confiaveis, estabilidade.</a:t>
            </a:r>
          </a:p>
          <a:p>
            <a:r>
              <a:t>⚠️ Nao promova fatos volateis. Saldo muda a cada transacao — mantenha como lookup relacional.</a:t>
            </a:r>
          </a:p>
          <a:p>
            <a:r>
              <a:t>➡️ Knowledge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KG e poderoso para memoria semantica quando fatos tem RELACOES. Triplas (entidade)--[relacao]--&gt;(entidade).</a:t>
            </a:r>
          </a:p>
          <a:p>
            <a:r>
              <a:t>💡 Analogia: organograma de empresa. Mostra quem reporta para quem, quem esta em qual time. Permite 'quem pode cobrir ferias do Joao?' percorrendo o grafo.</a:t>
            </a:r>
          </a:p>
          <a:p>
            <a:r>
              <a:t>⚠️ KG e para fatos com relacoes estruturadas. Se fatos sao isolados, tabela basta.</a:t>
            </a:r>
          </a:p>
          <a:p>
            <a:r>
              <a:t>➡️ Exemplo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3 eventos consolidados em 1 perfil semantico. Agente agora 'sabe' quem e Joao sem recall.</a:t>
            </a:r>
          </a:p>
          <a:p>
            <a:r>
              <a:t>💡 Analogia: RH le 3 avaliacoes, escreve 1 perfil sintetico. Para decisoes futuras, consulta perfil, nao as 3 avaliacoes.</a:t>
            </a:r>
          </a:p>
          <a:p>
            <a:r>
              <a:t>➡️ Generative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Generative Agents e o caso canonico. Memory stream + retrieval scoreado (recencia + importancia + relevancia) + reflection. Agentes lembram e socializam de forma emergente.</a:t>
            </a:r>
          </a:p>
          <a:p>
            <a:r>
              <a:t>💡 Analogia: gemios com experiencias diferentes se tornam pessoas diferentes. Memoria = identidade.</a:t>
            </a:r>
          </a:p>
          <a:p>
            <a:r>
              <a:t>❓ 'A arquitetura de memoria e a identidade do agente? Concordam?' (Sim — memoria molda decisoes, preferencias, comportamento)</a:t>
            </a:r>
          </a:p>
          <a:p>
            <a:r>
              <a:t>⚠️ Generative Agents nao e so vector DB — e arquitetura completa (stream + score + reflection).</a:t>
            </a:r>
          </a:p>
          <a:p>
            <a:r>
              <a:t>➡️ Preview ETHAGT07.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ETHAGT07 aprofunda KG. Memoria semantica + KG = raciocinio estruturado. Padrao em producao: vector (recall) + KG (raciocinio) + relacional (transacional). Tres camadas, tres propositos.</a:t>
            </a:r>
          </a:p>
          <a:p>
            <a:r>
              <a:t>➡️ Producao.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de producao. Consistencia multi-agente, PII, direito ao esquecimento, custo vs beneficio, observabilidade.</a:t>
            </a:r>
          </a:p>
          <a:p>
            <a:r>
              <a:t>➡️ Consistencia.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multi-agente, memoria compartilhada traz race conditions. Estrategias: eventual (simples), strong (caro), event sourcing (auditavel).</a:t>
            </a:r>
          </a:p>
          <a:p>
            <a:r>
              <a:t>💡 Analogia: 3 editores no mesmo Google Doc. Sem sync, um sobrescreve o outro.</a:t>
            </a:r>
          </a:p>
          <a:p>
            <a:r>
              <a:t>⚠️ Concorrencia SEMPRE traz race conditions. Planeje consistencia desde o design.</a:t>
            </a:r>
          </a:p>
          <a:p>
            <a:r>
              <a:t>➡️ PII.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Memoria acumula PII. Redija com NER antes de armazenar. Defina TTL por tipo. LGPD/GDPR exigem minimizacao.</a:t>
            </a:r>
          </a:p>
          <a:p>
            <a:r>
              <a:t>💡 Analogia: medico guardando prontuarios. Anota so relevante, regras de retencao, protege com senha.</a:t>
            </a:r>
          </a:p>
          <a:p>
            <a:r>
              <a:t>⚠️ Redija PII ANTES de armazenar. Se nao precisa do CPF explicito, armazene hash ou 'USER_X'.</a:t>
            </a:r>
          </a:p>
          <a:p>
            <a:r>
              <a:t>➡️ Direito ao esquecimento.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Direito ao esquecimento e desafio em vector DB. 3 estrategias: delete por metadata, re-embed, cryptographic erasure. Nenhuma perfeita; combine.</a:t>
            </a:r>
          </a:p>
          <a:p>
            <a:r>
              <a:t>💡 Analogia: 'des-fazer' um bolo. Nao da para tirar so o acucar. Opcoes: jogar bolo fora (delete), fazer novo sem acucar (re-embed), ter assado em formas criptografadas separadas (cryptographic erasure).</a:t>
            </a:r>
          </a:p>
          <a:p>
            <a:r>
              <a:t>⚠️ Apagar do vector DB nao resolve se info foi consolidada em sumarios. Re-embed ou cryptographic erasure necessarios.</a:t>
            </a:r>
          </a:p>
          <a:p>
            <a:r>
              <a:t>➡️ Custo vs beneficio.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Memoria tem custo. Pergunta-chave: 'vai melhorar decisao futura?' Se nao, nao memorize.</a:t>
            </a:r>
          </a:p>
          <a:p>
            <a:r>
              <a:t>💡 Analogia: guardar moveis. Nao guarda tudo — so o que vale. Guardar inutil custa espaco e dificulta achar o util.</a:t>
            </a:r>
          </a:p>
          <a:p>
            <a:r>
              <a:t>❓ 'Citem 3 casos onde NAO vale a pena memorizar.' (Temperatura, saldo, status volatil, conversa trivial)</a:t>
            </a:r>
          </a:p>
          <a:p>
            <a:r>
              <a:t>⚠️ Memoria maxima e anti-pattern. Cura — qualidade sobre quantidade.</a:t>
            </a:r>
          </a:p>
          <a:p>
            <a:r>
              <a:t>➡️ Observabilidade.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Memoria precisa de observabilidade. Hit rate, latencia, custo, drift. Sem isso, e caixa preta.</a:t>
            </a:r>
          </a:p>
          <a:p>
            <a:r>
              <a:t>💡 Analogia: painel do carro. Temperatura, combustivel, velocidade. Sem isso, voce dirige no escuro.</a:t>
            </a:r>
          </a:p>
          <a:p>
            <a:r>
              <a:t>⚠️ Sem medir hit rate e latencia, nao sabe se sua memoria funciona. Observabilidade desde o dia 1.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8 boas praticas. Comece simples (working + checkpointer). Versione schema. Hybrid search. Eviction desde o inicio. PII redacted. Observabilidade.</a:t>
            </a:r>
          </a:p>
          <a:p>
            <a:r>
              <a:t>💡 Analogia: os 10 mandamentos da memoria de agentes.</a:t>
            </a:r>
          </a:p>
          <a:p>
            <a:r>
              <a:t>❓ 'Qual dessas praticas voces ja aplicam? Qual e mais negligenciada?'</a:t>
            </a:r>
          </a:p>
          <a:p>
            <a:r>
              <a:t>➡️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9 anti-patterns. Os mais comuns: encher context sem gestao, vector DB para tudo, sem eviction, sem re-ranking.</a:t>
            </a:r>
          </a:p>
          <a:p>
            <a:r>
              <a:t>💡 Analogia: 'nao faca' na cozinha. Parecem obvios, mas todo mundo comete.</a:t>
            </a:r>
          </a:p>
          <a:p>
            <a:r>
              <a:t>❓ 'Qual destes anti-patterns voces ja cometeram?' (humor ajuda a fixar)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Resumo em 7 pontos. Memorizem estes — e a fundacao de memoria de agentes.</a:t>
            </a:r>
          </a:p>
          <a:p>
            <a:r>
              <a:t>💡 Analogia: resumo de curso de arquitetura. Tipos de fundacao, preservacao, gestao de espaco, catalogacao, consolidacao, seguranca.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C — semantica. Fato estavel, nao evento (episodica), nao skill (procedural), nao re-promptavel (working).</a:t>
            </a:r>
          </a:p>
          <a:p>
            <a:r>
              <a:t>➡️ Pergunta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C. Sem versionamento quebra; com schema_version + migracao lazy, funciona. Licão: versione o schema desde o dia 1.</a:t>
            </a:r>
          </a:p>
          <a:p>
            <a:r>
              <a:t>➡️ Pergunta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Resposta: C. Query tem componente temporal E semantico. Combine metadata filter + vector + re-ranking. Hybrid search e o padrao.</a:t>
            </a:r>
          </a:p>
          <a:p>
            <a:r>
              <a:t>➡️ 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  <a:p>
            <a:r>
              <a:t>📖 Proximos: ETHAGT06 (RAG Agentico), ETHAGT07 (KG), ETHAGT14 (Escalabilidade).</a:t>
            </a:r>
          </a:p>
          <a:p>
            <a:r>
              <a:t>Projeto: memoria de agente pessoal de longo prazo (4 camadas + ADR + politica de privacidade).</a:t>
            </a:r>
          </a:p>
          <a:p>
            <a:r>
              <a:t>Labs: Lab 1 (Checkpointer Postgres, 4h, 1 semana), Lab 2 (Memoria Episodica, 5h, 2 semanas).</a:t>
            </a:r>
          </a:p>
          <a:p>
            <a:r>
              <a:t>Leitura: MemGPT (arXiv:2310.08560), Generative Agents (arXiv:2304.03442).</a:t>
            </a:r>
          </a:p>
          <a:p>
            <a:r>
              <a:t>❓ 'Perguntas?' Se silencio: 'Qual camada de memoria achou menos clara?'</a:t>
            </a:r>
          </a:p>
          <a:p>
            <a:r>
              <a:t>⚠️ Confirme prazos e criterios antes de sair.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Memoria de Agentes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Especializacao em Programacao Agentica</a:t>
            </a:r>
            <a:br/>
            <a:r>
              <a:t>Fase B — Memoria, Contexto e Persistencia · 25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Modulo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arquitetar sistemas de memoria que dao a agentes persistencia,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contexto acumulado e aprendizado — alem da context window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especificos: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Distinguir tipos de memoria (working, episodica, semantica, procedural)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Implementar persistencia via checkpointer (Postgres/SQLite/Redis)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Gerenciar a janela de contexto: sumarizacao, eviction, janela deslizante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Construir memoria vetorial para recall episodico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Lidar com consistencia, privacidade e custo de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Competencias Desenvolvidas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Competencia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Nivel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Proximo nivel em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C1 Programacao Agentica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A (Avancado)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ETHAGT07, ETHAGT09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C4 Agent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I (Intermediario)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ETHAGT14, ETHAGT15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C5 AgentOps &amp; Avaliacao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B (Basico)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ETHAGT12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C6 Agent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B (Basico)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ETHAGT13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Competencias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motivacao,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Tipos de Memoria (12 min) — as 4 camadas + MemGPT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Checkpointer (15 min) — estado persistente, backends,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Gerenciamento de Contexto (10 min) — custo, sumarizacao, eviction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Memoria Vetorial (12 min) — embedding, recall, re-ranking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Semantica e Grafos (8 min) — consolidacao, KG, Generative Agents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Producao (8 min) — consistencia, PII, esquecimento,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(12 min) — boas praticas, quiz, projeto,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70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O Agente Amnesico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Sem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Assistente: 'lembra do projeto X?' — nao sabe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Suporte: pergunta a mesma coisa a cada ticket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Coding agent: nao lembra convencoes do repo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NPC: esquece que voce ja o ajudou ontem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Nao aprende, nao melhora, nao personaliza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Com Memoria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Lembra preferencias entre sessoes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Acumula contexto de interacoes passadas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Aprende com sucessos e falhas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Personaliza por usuario/projeto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Evolui ao longo do tempo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Motivacao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Memoria 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Linha do tempo: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2020: GPT-3 (2k tokens, sem tools, sem persistencia)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2022: 4k-8k tokens (GPT-3.5, ChatGPT)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16k-32k + tool calling + LangGraph com checkpointer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2024: 128k-200k + frameworks com persistencia nativa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2025: MemGPT, Zep, A-MEM, Letta (memoria como 1a classe)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Confluencia de 4 fatores: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Context windows maiores (128k+)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Custo menor (GPT-4o-mini, Claude Haiku)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Frameworks com checkpointer (LangGraph)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Vector DBs acessiveis (Qdrant, Chroma, Pinecone)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Marco: MemGPT (arXiv:2310.08560) — LLMs como sistemas operacionais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Tipos de Memoria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Working Memory — A Context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Working memory = context window do LLM (tokens visiveis no prompt)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Efemera: desaparece ao fim da sessao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Limitada: 4k a 200k tokens (modelo-dependente)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Estrategias: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Token budget (orcamento fixo por sessao)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Sliding window (manter ultimas N mensagens)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System prompt + ultimas N mensagens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cada token no contexto e processado a cada chamada (input cost)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Limites da Context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'Lost in the Middle' (arXiv:2307.03172):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LLMs ignoram informacao no MEIO do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Recall accuracy em curva U: alta no inicio, baixa no meio, alta no fim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cresce com o tamanho do contexto (linear em API, mas significativo)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Latencia aumenta com contexto maior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200k tokens != 200k tokens uteis (ruido, redundancia, irrelevancia)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Conclusao: context window e working memory, nao memoria de longo prazo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Memoria Episodica — Eventos com 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Episodica = registro de eventos com timestamp (o que aconteceu, quando)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'Usuario perguntou sobre React hooks em 12/mar' → recall por similaridade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Armazenamento tipico: vector DB (embedding + metadata de tempo)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Recall: 'o que aconteceu antes que se pareca com X?'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Diferenca de log: episodica e recuperavel por SIGNIFICADO, nao so query estruturada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Inspirado em: Tulving (1972) — memoria episodica cognitiva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Memoria Semantica — Fatos e Conhecimento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Semantica = fatos, conhecimento sobre o mundo/usuario (o que e verdade)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'Joao e desenvolvedor Python' (fato, nao evento)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Armazenamento tipico: KB estruturada, knowledge graph, tabela de perfil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surge: consolidacao da episodica (multiplos eventos → um fato)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Diferenca de episodica: semantica nao tem 'quando', tem 'o que 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Inspirado em: Tulving (1972) — memoria semantica cognitiva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Memoria Procedural — Skills Aprendidas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Procedural = sequencias de actions para objetivos recorrentes (skills)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'para deploy: testes → build → push → deploy' (aprendido, nao hardcoded)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Armazenamento tipico: biblioteca de playbooks, prompt templates, tool sequences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surge: reflexao sobre sucessos/falhas (estilo Reflexion, arXiv:2303.11366)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Diferenca: procedural e sobre COMO AGIR, nao sobre o que aconteceu ou o que e verdade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Inspirado em: Squire (memoria de habilidades); Reflexion (Shinn et al.)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As 4 Camadas de Memoria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Camada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 que armazena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Onde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Como recupera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Quando usar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Mensagens atuais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Context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No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Sempre (base)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Episodica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Eventos (timestamp)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Vector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Similaridade +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Recall de contexto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Semantica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Fatos (KB/KG)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KB /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Query estruturada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Verdade estavel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Procedural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Skills (playbooks)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Playbook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Match de 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Tarefas repetidas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70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Arquitetura Integrada de Memoria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12-Diagrams/ETHAGT05/memory-layers.mmd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no centro, conectado as 4 camadas: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Working (context window, volatil)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Episodica (vector DB, recall por similaridade)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Semantica (KB/KG, fatos e relacoes)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Procedural (skills, sequencias de actions)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Checkpointer (Postgres/Redis) persiste o ESTADO do agente entre sessoes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(Nao e uma das 4 camadas — e infraestrutura de persistencia)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70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Inspiracao Cognitiva sem Literalismo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'A memoria humana e inspiracao, nao especificacao.'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Working ↔ memoria de trabalho (Baddeley, 1974)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Episodica/Semantica ↔ Tulving (1972)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Procedural ↔ memoria de habilidades (Squire)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MAS: LLMs nao consolidam durante o sono, nao tem hipocampo,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nao esquecem por razoes biologicas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Aprendizado: use a taxonomia como FRAMEWORK DE DESIGN,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    nao como modelo neural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70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MemGPT — LLMs como Sistemas Operacionais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MemGPT (Packer et al., arXiv:2310.08560): LLM como 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Context window = RAM (limitada, rapida)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Memoria persistente = disco (ilimitada, lenta)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modelo gerencia sua propria memoria: page-in / page-out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Self-editing memory: o modelo atualiza suas proprias notas/perfil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Inspirou: Zep, A-MEM, Letta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Analogia SO (RAM ↔ Disco ↔ MMU) vs MemGPT (Context ↔ Persistent ↔ Self-editing)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70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Checkpointer e Estado Persistente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Estados Efemeros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checkpointer: agente perde todo estado ao reiniciar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 que quebram: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Servidor reinicia → conversa perdida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HITL demora dias → contexto evaporou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Debug: nao da para reproduzir execucao passada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A/B testing: nao da para voltar no tempo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Solucao: serializar estado em storage duravel (a cada step)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70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LangGraph Checkpointer — Conceito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Checkpointer = camada que serializa o estado do grafo a cada step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 = qualquer objeto serializavel (TypedDict, Pydantic, dataclass)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node execution → checkpoint gravado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thread_id identifica a conversa/sessao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checkpoint_id identifica o momento (versionado)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Profundidade em ETHAGT03 (StateGraph)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70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Estado Serializavel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typing import TypedDict, Annotated</a:t>
            </a:r>
            <a:br/>
            <a:r>
              <a:t>from langgraph.graph import StateGraph</a:t>
            </a:r>
            <a:br/>
            <a:r>
              <a:t>from langgraph.checkpoint.postgres import PostgresSaver</a:t>
            </a:r>
            <a:br/>
            <a:r>
              <a:t>from langgraph.graph.message import add_messages</a:t>
            </a:r>
            <a:br/>
            <a:br/>
            <a:r>
              <a:t>DB_URI = "postgresql://user:pass@localhost:5432/etho"</a:t>
            </a:r>
            <a:br/>
            <a:br/>
            <a:r>
              <a:t>class AgentState(TypedDict):</a:t>
            </a:r>
            <a:br/>
            <a:r>
              <a:t>    messages: Annotated[list, add_messages]</a:t>
            </a:r>
            <a:br/>
            <a:r>
              <a:t>    intermediate_results: dict</a:t>
            </a:r>
            <a:br/>
            <a:r>
              <a:t>    metadata: dict</a:t>
            </a:r>
            <a:br/>
            <a:r>
              <a:t>    schema_version: int</a:t>
            </a:r>
            <a:br/>
            <a:br/>
            <a:r>
              <a:t>graph = StateGraph(AgentState)</a:t>
            </a:r>
            <a:br/>
            <a:r>
              <a:t>checkpointer = PostgresSaver.from_conn_string(DB_URI)</a:t>
            </a:r>
            <a:br/>
            <a:r>
              <a:t>app = graph.compile(checkpointer=checkpointer)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70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Backends de Checkpointer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Postgres: producao, multi-tenant, ACID, escalavel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SQLite: desenvolvimento local, single-node, zero-config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Redis: baixa latencia, TTL automatico, sessoes curtas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Outros: MongoDB, DynamoDB (comunidade)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Criterio: durabilidade vs latencia vs escala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70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Comparacao de Backends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Eixo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Postgres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1B3A5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Durabilidade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Alta (local)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Latencia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Baixa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Baixissima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Multi-tenant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Nao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Sim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ACID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Parcial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TTL nativo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Nao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Nao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Sim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Custo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Operacao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Requer DBA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Zero-config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Requer ops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Uso tipico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Producao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Desenvolvimento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E2D"/>
                          </a:solidFill>
                        </a:defRPr>
                      </a:pPr>
                      <a:r>
                        <a:t>Cache de sessao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70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Resume — Retomando Execucao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# Sessao 1: agente inicia tarefa</a:t>
            </a:r>
            <a:br/>
            <a:r>
              <a:t>config = {"configurable": {"thread_id": "demo-001"}}</a:t>
            </a:r>
            <a:br/>
            <a:r>
              <a:t>result = app.invoke(</a:t>
            </a:r>
            <a:br/>
            <a:r>
              <a:t>    {"messages": [HumanMessage("Analise o relatorio Q1")]},</a:t>
            </a:r>
            <a:br/>
            <a:r>
              <a:t>    config=config</a:t>
            </a:r>
            <a:br/>
            <a:r>
              <a:t>)</a:t>
            </a:r>
            <a:br/>
            <a:br/>
            <a:r>
              <a:t># ... tempo passa (dias) ...</a:t>
            </a:r>
            <a:br/>
            <a:br/>
            <a:r>
              <a:t># Sessao 2: retoma com mesmo thread_id</a:t>
            </a:r>
            <a:br/>
            <a:r>
              <a:t>result = app.invoke(None, config=config)</a:t>
            </a:r>
            <a:br/>
            <a:br/>
            <a:r>
              <a:t># O agente retoma EXATAMENTE de onde parou</a:t>
            </a:r>
            <a:br/>
            <a:r>
              <a:t># (mensagens, contexto, steps preservados)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70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Checkpointer Resume — Pause e Retomada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12-Diagrams/ETHAGT05/checkpointer-resume.mmd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Sessao 1: agente executa → estado serializado → Checkpointer (Postgres)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Sessao 2 (dias depois): thread_id → carrega checkpoint →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Sessao 3 (semana depois): mesmo thread_id → mesma logica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HITL: agente interrompe → humano aprova → resume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Tudo transparente para 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70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Replay — Debugando o Passado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Replay: carregar checkpoint de um momento especifico e RE-EXECUTAR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Casos: 'por que o agente tomou decisao X?' → replay do checkpoint anterior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Diferenca de resume: replay re-executa, resume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Util para: debugging, A/B testing de prompts, regressao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LangSmith + checkpointer = replay visual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70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Branching — Time 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Branching: partir de um checkpoint e seguir caminho diferente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Casos: 'e se o agente tivesse usado tool Y em vez de X?'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Como: fork do checkpoint_id → nova execucao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Analogo a: git checkout &lt;commit&gt; + git checkout -b &lt;novo-branch&gt;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Time travel — ferramenta de debug ou risco de seguranca?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70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Versionamento de Schema de Estado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estado v1 (sem 'priority') vs estado v2 (com 'priority')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Checkpoints antigos tem schema diferente → quebra ao retomar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Estrategias: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Migracao lazy: converter no load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Version field: schema_version: 2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Backward compatibility: campos novos com default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migracao de DB, mas para estado de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70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— Checkpointer em Postgres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# Passo 1: agente inicia tarefa</a:t>
            </a:r>
            <a:br/>
            <a:r>
              <a:t>$ python main.py --thread-id demo-001</a:t>
            </a:r>
            <a:br/>
            <a:r>
              <a:t>[INFO] Agente iniciado. thread_id=demo-001</a:t>
            </a:r>
            <a:br/>
            <a:r>
              <a:t>[STEP 0] Thought: vou analisar o relatorio</a:t>
            </a:r>
            <a:br/>
            <a:r>
              <a:t>[STEP 1] Action: read_file("Q1.pdf")</a:t>
            </a:r>
            <a:br/>
            <a:r>
              <a:t>[STEP 2] Observation: 42 paginas carregadas</a:t>
            </a:r>
            <a:br/>
            <a:r>
              <a:t>^C  # &lt;-- Ctrl+C! Processo morto!</a:t>
            </a:r>
            <a:br/>
            <a:br/>
            <a:r>
              <a:t># ... dias depois ...</a:t>
            </a:r>
            <a:br/>
            <a:br/>
            <a:r>
              <a:t># Passo 2: retoma com mesmo thread_id</a:t>
            </a:r>
            <a:br/>
            <a:r>
              <a:t>$ python main.py --thread-id demo-001</a:t>
            </a:r>
            <a:br/>
            <a:r>
              <a:t>[INFO] Checkpoint carregado. Continuando do STEP 2.</a:t>
            </a:r>
            <a:br/>
            <a:r>
              <a:t>[STEP 3] Thought: agora vou extrair KPIs...</a:t>
            </a:r>
            <a:br/>
            <a:r>
              <a:t># Estado preservado! Como se nunca tivesse parado.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70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O que acontece se o modelo foi atualizado entre sessao 1 e sessao 2?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E se o schema do estado mudou?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Como voce testaria que o resume funciona corretamente?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70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Gerenciamento de Contexto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Context Window e Finita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Mesmo com 200k tokens, a context window ENCHE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Conversas longas + tools + retrieval → estouro de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Sintomas: agente 'esquece' inicio, respostas degradam, erro 400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Tensao: mais contexto = mais informacao, mas tambem mais custo, latencia e ruido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Solucao: estrategias ATIVAS de gerenciamento (nao apenas 'encher ate estourar')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70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 — Quadratico ou Linear?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MITO: 'attention e O(n²) → custo quadraticamente'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REALIDADE: attention e O(n²) em COMPUTACAO, mas: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KV cache: tokens ja processados nao sao recomputados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Sliding window attention: so atende janela local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de API e LINEAR em tokens (preco por token)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MAS: latencia sim cresce, e qualidade degrada com contexto longo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Conclusao: o problema nao e so custo — e QUALIDADE e LATENCIA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70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Estrategia 1 — Janela Deslizante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Manter apenas as ultimas N mensagens no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Simples, previsivel, barato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Mas: perde contexto antigo ('do que estavamos falando?')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Variacao: system prompt + ultimas N mensagens (preserva instrucao)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chatbots simples, conversas curtas, nao criticas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70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Estrategia 2 — Sumarizacao em Cascata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contexto enche: sumarizar mensagens antigas → substituir por sumario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Sumarizacao em cascata: sumario de sumarios (multiplos niveis)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L1: sumario de 50 mensagens em 2k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L2: sumario de 5 sumarios L1 em 500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L3: sumario de tudo em 100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nivel: menos detalhe, mais abstracao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Pegadinha: sumario pode perder informacao critica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conversas longas, agentes de suporte, reunioes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70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Estrategia 3 — Eviction por Relevancia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Nem tudo no contexto e igualmente relevante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Eviction por relevancia: score = f(relevancia, idade, frequencia de acesso)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Manter: system prompt, ultimas mensagens, entidades ativas, fatos criticos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Evitar: mensagens antigas de baixa importancia, tool outputs verbosos, redundancias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Analogos a: LRU cache, mas com score semantico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70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Eviction Flow — Decisao de Retencao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12-Diagrams/ETHAGT05/eviction-flow.mmd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Novo evento → score = relevance × decay(age)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score &gt; threshold? → manter na memoria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Entidade critica? (ex.: pagamento) → decay lento, manter mais tempo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Recall frequente? → aumenta score (reforco)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 contrario → arquivar / apagar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70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Estrategia 4 — Entity-Centric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vez de lista de mensagens, organizar memoria por ENTIDADE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entidade (usuario, projeto, tarefa) tem seu proprio 'perfil' de memoria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modelo decide quando page-in (carregar) e page-out (descarregar) entidades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MemGPT: self-editing memory — o modelo atualiza suas proprias notas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Zep: memoria de longo prazo com graph + vector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contexto sempre relevante a entidade 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70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Quando Vector DB e Pior que Relacional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Vector DB e BOM para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Recall por significado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Fuzzy matching ('mais ou menos')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Busca semantica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'O que se parece com X?'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Vector DB e PESSIMO para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Exact match ('saldo do usuario X')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Ordenacao temporal ('eventos do mes Y')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Agregacao ('total de X por categoria')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Joins ('usuario X do projeto Y')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70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 — Politica de Eviction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Cenario: assistente pessoal com 1 ano de interacoes (~365 conversas)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trios, escrevam uma politica de eviction combinando relevancia e idade.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Template: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score = ___ × relevancia + ___ × recencia + ___ × frequencia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threshold = ___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entidades_criticas = [___, ___, ___]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TTL_PII = ___ dias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Considerar: pagamentos/prazos, frequencia de recall, PII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min discussao + 1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70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 Contexto para Recall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Memoria Vetorial para Recall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Embedding de 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evento (mensagem, acao, observacao) → texto → embedding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Embedding = vetor de N dimensoes (384, 768, 1536, 3072)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Modelos: OpenAI text-embedding-3-small/large, Cohere, BGE, E5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Armazenar: vector DB (Qdrant, Chroma, Pinecone, pgvector)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Metadata: timestamp, user_id, session_id, type, entities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embed_event(event) → (vector, metadata)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70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Recall por Similaridade Semantica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Query: converter pergunta atual em embedding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Buscar: top-K eventos mais similares (cosine similarity)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Reinserir: colocar eventos recuperados no contexto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'como resolveu aquele bug de autenticacao?'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recall de evento passado similar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Pos-recuperacao: nem sempre o mais similar e o mais util → re-ranking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70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Metadata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search sozinho e insuficiente: 'aquela reuniao de terca'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Metadata filter: session_id = X AND timestamp &gt; Y AND type = 'meeting'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Combinacao: filter por metadata + rank por similaridade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Padrao: pre-filter (filtra antes da busca) vs post-filter (filtra depois)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DBs modernas suportam hybrid search (vector + structured)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70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Pos-Recuperacao — Re-ranking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Vector search e rapido mas IMPRECISO (aproximacao ANN)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Re-ranking: modelo separado re-avuala os top-K resultados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Modelos: Cohere Rerank, BGE Reranker, cross-encoder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vector search (top 20) → re-ranker (top 5) →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re-ranking adiciona latencia mas melhora precisao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70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Pipeline Completo de Recall Episodico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Query atual → embedding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Metadata filter (user, session, time range)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Vector search (top-K candidatos)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Re-ranking (top-N final)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Insercao no contexto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Agente responde com memoria recuperada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Este pipeline e a base do Lab 2 (Memoria Episodica)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70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Comparacao de Vector DBs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Qdrant: Rust, open-source, self-hosted ou cloud, alta performance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Chroma: Python, easy setup, ideal para prototipos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Pinecone: managed, serverless, escala automatica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pgvector: extensao PostgreSQL, unifica relacional + vetorial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Criterio: managed vs self-hosted, escala, custo, latencia, hybrid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70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Lab 2 — Memoria Episodica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 2 (5h): 'Memoria episodica'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recorda interacoes anteriores relevantes via recall vetorial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Comparar agente COM e SEM memoria em sessoes espacadas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Stack: LangGraph + Qdrant + OpenAI embeddings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Referencia: 05-Labs/ETHAGT05/Lab2-Memoria-Episodica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Metricas: hit rate do recall, latencia, custo extra por interacao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Lab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70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Embedding ou Metadata?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'Aquela reuniao de terca' — embedding ou metadata?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Resposta: AMBOS! Metadata (terca) + vector (reuniao)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'Como configurar deploy?' — embedding ou metadata?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Resposta: Embedding (semantico) + filter por type='procedural'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'Qual o saldo da conta?' — embedding ou metadata?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Resposta: NENHUM! KB relacional, nao vector DB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Discusao aberta (2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70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 Episodica para Semantica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Memoria Semantica e Grafos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Consolidacao — Episodica → Semantica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Consolidacao: processo de extrair fatos de eventos acumulados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 biologica: consolidacao da memoria durante o sono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agentes: processo offline ou em batch que: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Agrupa eventos relacionados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Extrai fatos consolidados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Remove redundancia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Promove para KB semantica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5 eventos 'Joao perguntou sobre Python'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fato 'Joao e desenvolvedor Python'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70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Promover uma Memoria?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Nem todo evento vira fato — criterios de promocao: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Frequencia: evento recorrente (multiplas ocorrencias)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Confianca: fonte confiavel ou confirmado multiplas vezes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Estabilidade: fato nao muda frequentemente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Utilidade: fato sera relevante em sessoes futuras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NAO promover: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Eventos unicos sem valor futuro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Fatos volateis (saldo, status de tarefa)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Informacao sensivel (PII desnecessaria)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70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Knowledge Graph como Memoria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KG = grafo de entidades + relacoes + atributos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(Joao) --[trabalha_em]--&gt; (Projeto X) --[usa]--&gt; (Python)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Vantagens: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Consulta estruturada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Raciocinio multi-hop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Explicitacao de relacoes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Integracao com LLM: GraphRAG, Cypher + LLM, text-to-graph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Profundidade em ETHAGT07 — Knowledge Graphs para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70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Exemplo — De Evento para Fato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Eventos episodicos (vector DB):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'Joao perguntou sobre decorators em Python' (12/jan)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'Joao pediu ajuda com asyncio' (25/jan)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'Joao compartilhou repositorio de FastAPI' (03/fev)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Consolidacao → Fato semantico (KB):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'Joao e desenvolvedor Python (intermediario-avancado)'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Interesses: decorators, asyncio, FastAPI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Acao: agente agora SABE quem e Joao sem recall de cada evento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70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Generative Agents — Memoria de Smallville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Park et al. (arXiv:2304.03442): 25 agentes em Smallville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agente tem: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Memory stream: log de observacoes com timestamp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Retrieval: por recencia + importancia + relevancia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Reflection: consolida eventos em insights de alto nivel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agentes 'lembram', planejam, socializam de forma emergente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Licao: a arquitetura de memoria E a identidade do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70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Integracao com Knowledge Graph (Preview ETHAGT07)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ETHAGT07 aprofunda: GraphRAG, ontologias, raciocinio multi-hop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Memoria semantica + KG = raciocinio estruturado de longo prazo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'Quem trabalha com Python e esta livre na semana 20?'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→ query multi-hop no KG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Padrao: vector DB para recall + KG para raciocinio + relacional para transacional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70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Producao: Consistencia, Privacidade, Custo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Consistencia em Multi-Agente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Multiplos agentes compartilham memoria → problemas de concorrencia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Race condition: A le fato, B atualiza, A usa fato desatualizado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Estrategias: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Eventual consistency: aceitar defasagem (mais simples)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Strong consistency: locks / transacoes (mais caro)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Event sourcing: log de mudancas (auditavel)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Padrao: memoria local + memoria compartilhada via message 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70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PII em Memoria — Redacao e Retencao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Memoria acumula PII: nomes, emails, preferencias, historico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Riscos: vazamento, profiling, inferencia indevida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Redacao: mascarar PII antes de armazenar (NER + replacement)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Ex.: 'Joao Silva (CPF 123...)' → 'USUARIO_42 (CPF_REDACTED)'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Retencao: TTL por tipo de dado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Conversas: 90 dias | Perfil: ate consentimento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Compliance: LGPD/GDPR exigem minimizacao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70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Direito ao Esquecimento em Vector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'esquecer tudo sobre o usuario X' em vector DB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embeddings nao sao reverasiveis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Estrategias: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Delete por metadata: WHERE user_id = X (se metadata armazenada)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Re-embed: remover evento e re-gerar sumarios consolidados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Cryptographic erasure: encriptar por usuario, destruir chave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Como implementar direito ao esquecimento em memoria vetorial?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70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 de Memoria vs Beneficio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Memoria nao e de gratis: storage, embedding, recall, contexto adicional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Pergunta-chave: 'esta memoria vai melhorar uma decisao futura?'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NAO memorizar: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Eventos sem valor futuro ('qual a temperatura agora?')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Informacao facilmente recalculavel ('saldo atual')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Dados que mudam rapido demais para consolidar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Conteudo sem consentimento do usuario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melhor memoria MINIMA e util que maxima e ruidosa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70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Observabilidade de Memoria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Memoria e um sistema — precisa de monitoring: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Quem acessou qual memoria, quando? (auditabilidade)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Hit rate do recall (quantos retornam algo util?)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Latencia do recall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Custo de storage vs custo de recall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Drift: a memoria esta desatualizada?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Ferramentas: LangSmith (memory traces), dashboards custom, audit logs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Profundidade em ETHAGT12 — AgentOps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63 / 70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Praticas de Memoria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Comece com working memory + checkpointer (antes de vector DB)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Modele estado serializavel desde o dia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Use thread_id consistente (conversa = thread)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Versione o schema de estado (schema_version)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Combine vector + metadata (nao use so similaridade)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Defina politica de eviction desde o inicio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Redacao de PII antes de armazenar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Observe a memoria (hit rate, latencia, drift)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64 / 70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de Memoria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Encher context window ate estourar (sem gestao ativa)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Usar vector DB para tudo (quando relacional bastava)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Nao versionar schema de estado (quebra no resume)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Armazenar PII sem redacao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politica de eviction (memoria cresce infinitamente)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Confiar cegamente no recall (sem re-ranking)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Misturar memoria de usuarios diferentes (cross-contamination)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observabilidade de memoria ('caixa preta')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Promover tudo para semantica (sem criterio de consolidacao)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DON'T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70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4 camadas: working (context), episodica (vector), semantica (KB/KG), procedural (skills)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Checkpointer = persistencia de estado → resume, replay, branching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Gestao de contexto: janela deslizante, sumarizacao, eviction, entity-centric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Memoria vetorial: embedding + metadata filter + re-ranking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Consolidacao: episodica → semantica (criterios de promocao)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Producao: consistencia, PII, esquecimento, custo vs beneficio, observabilidade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7. MemGPT e Generative Agents como referencias canonicas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Resumo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70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tipo de memoria e mais apropriado para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'o usuario prefere respostas em portugues'?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Working memory (context window)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Memoria episodica (vector DB)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Memoria semantica (KB / perfil)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Memoria procedural (skills)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 — e um fato estavel sobre o usuario, nao um evento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70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acontece se o schema de estado mudar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um checkpoint antigo for carregado?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Erro 500 e crash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O agente ignora campos novos e continua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Depende — sem versionamento quebra; com migracao lazy funciona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O checkpointer reescreve o estado automaticamente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 — sem versionamento, campos novos causam erro; com migracao lazy, converte no 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70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Usuario pede: 'lembra da conversa sobre deploy na semana passada?'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estrategia de recall usar?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Apenas vector search (similaridade com 'deploy')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Apenas metadata filter (timestamp da semana passada)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Metadata filter (tempo) + vector search (topico) + re-ranking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Sumarizacao em cascata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C — combinar filtro temporal + busca semantica + re-ranking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69 / 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Conexao, Projeto e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ETHAGT05 — Memoria de Agentes</a:t>
            </a:r>
            <a:br/>
            <a:r>
              <a:t>Proximos: ETHAGT06 (RAG Agentico) · ETHAGT07 (KG)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Universidade Etho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