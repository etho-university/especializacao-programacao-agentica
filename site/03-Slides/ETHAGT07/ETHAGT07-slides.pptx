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Esta aula é sobre a infraestrutura cognitiva dos agentes — vector databases e knowledge graphs. Vector DB é memória semântica; knowledge graph é memória relacional. Um agente maduro usa os dois.</a:t>
            </a:r>
          </a:p>
          <a:p>
            <a:r>
              <a:t>💡 Analogia: vector DB = memória de similaridade; grafo = memória de relacionamento.</a:t>
            </a:r>
          </a:p>
          <a:p>
            <a:r>
              <a:t>❓ 'Quem já usou vector DB? E knowledge graph?'</a:t>
            </a:r>
          </a:p>
          <a:p>
            <a:r>
              <a:t>⚠️ Alunos chegam achando que vector DB resolve tudo. Plantar a dúvida: similaridade ≠ raciocínio.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comparar, modelar, implementar, construir, avaliar.</a:t>
            </a:r>
          </a:p>
          <a:p>
            <a:r>
              <a:t>💡 Analogia: serra e martelo não competem — vector e grafo são ferramentas cognitivas diferentes.</a:t>
            </a:r>
          </a:p>
          <a:p>
            <a:r>
              <a:t>❓ 'Qual objetivo parece mais desafiador?' (costuma ser GraphRAG ou híbrido)</a:t>
            </a:r>
          </a:p>
          <a:p>
            <a:r>
              <a:t>⚠️ GraphRAG NÃO é 'RAG com grafo' — é técnica específica (comunidades + sumarização).</a:t>
            </a:r>
          </a:p>
          <a:p>
            <a:r>
              <a:t>➡️ Onde estamos no mapa de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e C4 chegam ao Avançado. Vector DB é memória semântica; grafo é memória relacional.</a:t>
            </a:r>
          </a:p>
          <a:p>
            <a:r>
              <a:t>💡 Analogia: um agente sem memória relacional é amnésico em causa-e-efeito.</a:t>
            </a:r>
          </a:p>
          <a:p>
            <a:r>
              <a:t>⚠️ 'Avançado em C1' ≠ saber muitos frameworks. É justificar arquitetura com evidência.</a:t>
            </a:r>
          </a:p>
          <a:p>
            <a:r>
              <a:t>➡️ Agenda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Bloco 1: fundamentos separados. Bloco 2: GraphRAG, híbridos, escala.</a:t>
            </a:r>
          </a:p>
          <a:p>
            <a:r>
              <a:t>💡 Analogia: bloco 1 = ingredientes; bloco 2 = receita; fechamento = avaliação.</a:t>
            </a:r>
          </a:p>
          <a:p>
            <a:r>
              <a:t>⚠️ DEMO do GraphRAG (Slide 46) é o clímax — vector RAG falha, GraphRAG acerta.</a:t>
            </a:r>
          </a:p>
          <a:p>
            <a:r>
              <a:t>➡️ Por que estamos aqui? Quando similaridade não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é ótimo para 'encontre documentos parecidos'. Mas 'quais medicações interagem com a do paciente X?' exige encadear 3 fatos. Vector não encadeia.</a:t>
            </a:r>
          </a:p>
          <a:p>
            <a:r>
              <a:t>💡 Analogia: vector = estante por tema; grafo = GPS com rotas.</a:t>
            </a:r>
          </a:p>
          <a:p>
            <a:r>
              <a:t>❓ 'No sistema de vocês: existe pergunta que exige encadear 2+ fatos?'</a:t>
            </a:r>
          </a:p>
          <a:p>
            <a:r>
              <a:t>⚠️ 'Prompt maior' ou 'mais chunks' não resolve multi-hop confiavelmente.</a:t>
            </a:r>
          </a:p>
          <a:p>
            <a:r>
              <a:t>➡️ A evolução do RAG até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RAG existe desde 2020, mas era chunk + generate. GraphRAG (2024) usa grafo + comunidades + sumarização para perguntas globais.</a:t>
            </a:r>
          </a:p>
          <a:p>
            <a:r>
              <a:t>💡 Analogia: vector RAG = atlas (página certa). GraphRAG = GPS (navega entre pontos).</a:t>
            </a:r>
          </a:p>
          <a:p>
            <a:r>
              <a:t>❓ 'Qual fator foi o gatilho mais recente?' (LLMs para extração automática)</a:t>
            </a:r>
          </a:p>
          <a:p>
            <a:r>
              <a:t>⚠️ GraphRAG não é 'novo' — KGs existem há décadas. A novidade é a automação via LLM.</a:t>
            </a:r>
          </a:p>
          <a:p>
            <a:r>
              <a:t>➡️ Bloco 1: como funciona um vector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de fundamentos. Vamos ver o que é um vector DB por dentro, como busca em milhões de vetores em ms, e as métricas que importam.</a:t>
            </a:r>
          </a:p>
          <a:p>
            <a:r>
              <a:t>➡️ O que é um vector DB?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armazena vetores + metadata. A diferença: você busca por similaridade, não igualdade. Para isso em escala, usa ANN (não brute force).</a:t>
            </a:r>
          </a:p>
          <a:p>
            <a:r>
              <a:t>💡 Analogia: relacional = buscar livro pelo ISBN; vector DB = 'livros parecidos com este'.</a:t>
            </a:r>
          </a:p>
          <a:p>
            <a:r>
              <a:t>❓ 'Por que não brute force em tudo?' (O(N) não escala)</a:t>
            </a:r>
          </a:p>
          <a:p>
            <a:r>
              <a:t>⚠️ Vector DB ≠ Postgres com coluna de array. O index ANN é o que faz ser vector DB.</a:t>
            </a:r>
          </a:p>
          <a:p>
            <a:r>
              <a:t>➡️ O que armazenamos?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Embeddings = representação vetorial da semântica. Proximidade = semelhança. Dimensão é trade-off (riqueza vs custo). Aprofundado em ETHAGT06.</a:t>
            </a:r>
          </a:p>
          <a:p>
            <a:r>
              <a:t>💡 Analogia: embedding = CEP da semântica. Vector DB = agência dos correios que acha CEPs próximos.</a:t>
            </a:r>
          </a:p>
          <a:p>
            <a:r>
              <a:t>⚠️ Trocar de modelo sem reindexar = vetores incompatíveis (cosine vira lixo). Voltamos no Slide 66.</a:t>
            </a:r>
          </a:p>
          <a:p>
            <a:r>
              <a:t>➡️ Como buscar rápido em milhões?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Brute force compara query com TODOS os vetores — inviável em escala. ANN sacrifica recall por velocidade. 90% recall em ms &gt; 100% recall em segundos.</a:t>
            </a:r>
          </a:p>
          <a:p>
            <a:r>
              <a:t>💡 Analogia: brute force = ler todas as capas; ANN = ir direto na seção do gênero.</a:t>
            </a:r>
          </a:p>
          <a:p>
            <a:r>
              <a:t>❓ 'Quando aceita 90% recall?' (Quase sempre em RAG — LLM tolera ruído)</a:t>
            </a:r>
          </a:p>
          <a:p>
            <a:r>
              <a:t>⚠️ Recall baixo ≠ ruim. Recall@10 de 90% é excelente em RAG.</a:t>
            </a:r>
          </a:p>
          <a:p>
            <a:r>
              <a:t>➡️ Aprofundar HNSW.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HNSW = grafo em camadas. Topo esparsa (pousar perto da região), base densa (refinar). Busca desce camada por camada.</a:t>
            </a:r>
          </a:p>
          <a:p>
            <a:r>
              <a:t>💡 Analogia: fly, drive, walk dos mapas. Topo = voar para a cidade; meio = dirigir ao bairro; base = caminhar à porta.</a:t>
            </a:r>
          </a:p>
          <a:p>
            <a:r>
              <a:t>❓ 'Por que construção é lenta?' (Cada inserção conecta arestas em múltiplas camadas)</a:t>
            </a:r>
          </a:p>
          <a:p>
            <a:r>
              <a:t>⚠️ HNSW é APROXIMADO, não exato. Mas com ef_search alto, recall ≈ 100%.</a:t>
            </a:r>
          </a:p>
          <a:p>
            <a:r>
              <a:t>➡️ Alternativa: IVF.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IVF divide o espaço em clusters (k-means). Busca vai ao cluster mais próximo. nprobe controla quantos vizinhos explorar.</a:t>
            </a:r>
          </a:p>
          <a:p>
            <a:r>
              <a:t>💡 Analogia: sistema de CEPs. Não busca no país todo — vai ao CEP do query + vizinhos (nprobe).</a:t>
            </a:r>
          </a:p>
          <a:p>
            <a:r>
              <a:t>⚠️ Deixar nprobe=1 (default) = recall baixo. nprobe é o parâmetro #1 de tuning de IVF.</a:t>
            </a:r>
          </a:p>
          <a:p>
            <a:r>
              <a:t>➡️ Independente do index, você precisa de uma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 define 'similar'. Cosine = ângulo. Dot = ângulo × magnitude. Euclidean = distância. Se normalizados, cosine = dot.</a:t>
            </a:r>
          </a:p>
          <a:p>
            <a:r>
              <a:t>💡 Analogia: cosine = comparar DIREÇÃO de setas. Dot = direção + força. Euclidean = distância das pontas.</a:t>
            </a:r>
          </a:p>
          <a:p>
            <a:r>
              <a:t>⚠️ Misturar métricas entre index e query = recall destruído. Sempre consistente.</a:t>
            </a:r>
          </a:p>
          <a:p>
            <a:r>
              <a:t>➡️ Como escolher na prática?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Regra: cosine default para texto. Se normalizou, use dot (mais rápido). Euclidean só quando magnitude importa (raro em texto).</a:t>
            </a:r>
          </a:p>
          <a:p>
            <a:r>
              <a:t>💡 Analogia: cosine = escolha segura (dirigir devagar). Dot com normalização = otimização (velocidade ideal).</a:t>
            </a:r>
          </a:p>
          <a:p>
            <a:r>
              <a:t>❓ 'Cosine vs dot — quando a diferença importa?' (Quando NÃO normalizados com magnitudes variáveis)</a:t>
            </a:r>
          </a:p>
          <a:p>
            <a:r>
              <a:t>⚠️ Usar cosine em embeddings normalizados = desperdício de computação.</a:t>
            </a:r>
          </a:p>
          <a:p>
            <a:r>
              <a:t>➡️ Além da métrica: filtering de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Quase sempre você busca + filtra. Pre-filter filtra antes (preciso, lento se muito restritivo). Post-filter filtra depois (rápido, mas recall pode desabar). Qdrant otimiza o filter dentro do index.</a:t>
            </a:r>
          </a:p>
          <a:p>
            <a:r>
              <a:t>💡 Analogia: pre-filter = peneirar farinha antes de medir. Post-filter = medir tudo e descartar grumos. Qdrant = peneira integrada na medida.</a:t>
            </a:r>
          </a:p>
          <a:p>
            <a:r>
              <a:t>⚠️ Post-filter com filtro restritivo = top-10 vira top-2. Teste recall com filtros reais.</a:t>
            </a:r>
          </a:p>
          <a:p>
            <a:r>
              <a:t>➡️ Retrieval híbrido sparse +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Dense acerta sinônimos, falha em termos exatos. Sparse acerta termos exatos, falha em paráfrase. Híbrido une os dois. RRF funde rankings sem calibrar pesos.</a:t>
            </a:r>
          </a:p>
          <a:p>
            <a:r>
              <a:t>💡 Analogia: dense = tradutor (entende sinonímia). Sparse = índice de livro (acerta a página). Híbrido usa os dois.</a:t>
            </a:r>
          </a:p>
          <a:p>
            <a:r>
              <a:t>⚠️ Tentar ponderar scores (0.7*dense + 0.3*sparse) = semanas tunando. RRF evita isso.</a:t>
            </a:r>
          </a:p>
          <a:p>
            <a:r>
              <a:t>➡️ Comparativo dos 5 vector DBs.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Vamos comparar os 5 vector DBs canônicos. Mensagem central: NÃO existe 'melhor' — existe 'melhor para seu cenário'.</a:t>
            </a:r>
          </a:p>
          <a:p>
            <a:r>
              <a:t>➡️ O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5 DBs, cada um brilha em um cenário. Memorizem o TRADE-OFF, não features.</a:t>
            </a:r>
          </a:p>
          <a:p>
            <a:r>
              <a:t>💡 Analogia: Chroma = Uber (simples). pgvector = picape (já tem na garagem). Qdrant = esportivo (rápido). Milvus = caminhão (escala). Weaviate = van (integrado).</a:t>
            </a:r>
          </a:p>
          <a:p>
            <a:r>
              <a:t>➡️ Qdrant.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Qdrant = Rust + filtering-first. O filter é otimizado DENTRO do index HNSW. Sparse vectors nativos desde 1.10.</a:t>
            </a:r>
          </a:p>
          <a:p>
            <a:r>
              <a:t>💡 Analogia: Qdrant é o DB 'filtering-first'. Se seu caso tem muitos filtros, brilha.</a:t>
            </a:r>
          </a:p>
          <a:p>
            <a:r>
              <a:t>⚠️ Escolher Qdrant 'porque é Rust' = escolher por hype. Escolha pelo filtering otimizado.</a:t>
            </a:r>
          </a:p>
          <a:p>
            <a:r>
              <a:t>➡️ Milvus.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Milvus = distribuído nativo (QueryNode, DataNode, Proxy). Escala para bilhões. Custo: complexidade operacional.</a:t>
            </a:r>
          </a:p>
          <a:p>
            <a:r>
              <a:t>💡 Analogia: Milvus = big rig. Carga pesada (bilhões)? É ele. 1M de vetores? Overkill.</a:t>
            </a:r>
          </a:p>
          <a:p>
            <a:r>
              <a:t>⚠️ Escolher Milvus por 'escala futura' sem volume hoje = complexidade que não se paga.</a:t>
            </a:r>
          </a:p>
          <a:p>
            <a:r>
              <a:t>➡️ Weaviate.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Weaviate = batteries-included. Modules de geração, Q&amp;A, multi-modal. Pipeline RAG sem orquestrar Qdrant + LangChain + Cohere.</a:t>
            </a:r>
          </a:p>
          <a:p>
            <a:r>
              <a:t>💡 Analogia: Weaviate = carro com GPS, ar, banco elétrico de fábrica. Prático. Customizar o motor = mais difícil.</a:t>
            </a:r>
          </a:p>
          <a:p>
            <a:r>
              <a:t>➡️ Chroma.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Chroma = importe e use. add() e query() em uma linha. Embutido no Python, sem Docker. Perfeito para protótipo/MVP.</a:t>
            </a:r>
          </a:p>
          <a:p>
            <a:r>
              <a:t>💡 Analogia: Chroma = SQLite dos vector DBs. Embutido, simples. Para produção com escala, migre.</a:t>
            </a:r>
          </a:p>
          <a:p>
            <a:r>
              <a:t>⚠️ Começar com Chroma e levar para produção sem migrar = funciona até parar. Plano de migração desde o dia 1.</a:t>
            </a:r>
          </a:p>
          <a:p>
            <a:r>
              <a:t>➡️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pgvector = extensão do Postgres. Vector DB + JOINs relacionais + ACID, tudo no mesmo DB. Para ~1M de vetores, resolve sem nova infra.</a:t>
            </a:r>
          </a:p>
          <a:p>
            <a:r>
              <a:t>💡 Analogia: pgvector = picape que já está na garagem. Não troque de veículo se a picada aguenta a carga.</a:t>
            </a:r>
          </a:p>
          <a:p>
            <a:r>
              <a:t>❓ 'Quando pgvector é melhor que Qdrant?' (Já tem Postgres + quer ACID + volume até ~1M)</a:t>
            </a:r>
          </a:p>
          <a:p>
            <a:r>
              <a:t>⚠️ Subestimar pgvector = erro. Para 90% das aplicações RAG, resolve.</a:t>
            </a:r>
          </a:p>
          <a:p>
            <a:r>
              <a:t>➡️ Tabela comparativa.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Tabela dos trade-offs. Dedicados (Qdrant, Milvus) escalam mais, custam mais em complexidade. Embutidos (Chroma, pgvector) são simples com teto.</a:t>
            </a:r>
          </a:p>
          <a:p>
            <a:r>
              <a:t>❓ 'Para MVP, qual? E para 1M usuários?' (MVP: Chroma/pgvector. 1M: Qdrant/Milvus)</a:t>
            </a:r>
          </a:p>
          <a:p>
            <a:r>
              <a:t>⚠️ Escolher por popularidade no GitHub ≠ fit. Decida pelos trade-offs que importam.</a:t>
            </a:r>
          </a:p>
          <a:p>
            <a:r>
              <a:t>➡️ Mas antes: você precisa MESMO de vector DB?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é on-trend, mas nem tudo precisa. Igualdade? Relacional. Relacionamentos? Grafo. &lt;10k docs? Brute force. Vector DB é para similaridade em escala.</a:t>
            </a:r>
          </a:p>
          <a:p>
            <a:r>
              <a:t>💡 Analogia: comprar trator para cuidar de jardim. Ótimo para fazenda; jardim = enxada.</a:t>
            </a:r>
          </a:p>
          <a:p>
            <a:r>
              <a:t>⚠️ Adicionar vector DB 'porque é moderno' quando JOIN resolve = dívida técnica. Comece simples.</a:t>
            </a:r>
          </a:p>
          <a:p>
            <a:r>
              <a:t>➡️ Knowledge Graphs — próximo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Segundo paradigma de armazenamento cognitivo: knowledge graphs. Vector = similaridade; grafo = relacionamento. Vamos ver triplas, Neo4j, Cypher, e construção via LLM.</a:t>
            </a:r>
          </a:p>
          <a:p>
            <a:r>
              <a:t>➡️ O que é um KG?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responde 'o que é similar a X?'. Grafo responde 'o que está conectado a X, e como?'. São complementares.</a:t>
            </a:r>
          </a:p>
          <a:p>
            <a:r>
              <a:t>💡 Analogia: vector = biblioteca por tema (livros parecidos). Grafo = árvore genealógica (quem é parente de quem).</a:t>
            </a:r>
          </a:p>
          <a:p>
            <a:r>
              <a:t>⚠️ Não é 'escolha binária'. A escolha madura é pipeline híbrido (Seção F).</a:t>
            </a:r>
          </a:p>
          <a:p>
            <a:r>
              <a:t>➡️ O modelo de dados: a tripla.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KG = conjunto de triplas. A mágica está no ENCADEAMENTO: Paciente X → Dr. Silva → Dipirona → Warfarin = risco. Isso vector não faz.</a:t>
            </a:r>
          </a:p>
          <a:p>
            <a:r>
              <a:t>💡 Analogia: triplas = frases de 3 palavras. KG = texto feito dessas frases; significado emerge das conexões.</a:t>
            </a:r>
          </a:p>
          <a:p>
            <a:r>
              <a:t>❓ 'No domínio de vocês: quais 3 triplas seriam mais valiosas?'</a:t>
            </a:r>
          </a:p>
          <a:p>
            <a:r>
              <a:t>⚠️ Predicados vagos ('RELATED_TO') destroem raciocínio. Predicados específicos = queries poderosas.</a:t>
            </a:r>
          </a:p>
          <a:p>
            <a:r>
              <a:t>➡️ Triplas são esqueleto; propriedades são carne.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 LPG, nó tem LABEL (tipo) + PROPRIEDADES. Aresta tem TIPO + PROPriedades. Permite queries ricas: 'interações de severidade alta pela FDA em 2024'.</a:t>
            </a:r>
          </a:p>
          <a:p>
            <a:r>
              <a:t>💡 Analogia: label = espécie (Medicamento?). Propriedade = atributo (classe?). Aresta com propriedade = verbo com advérbio.</a:t>
            </a:r>
          </a:p>
          <a:p>
            <a:r>
              <a:t>⚠️ Sobrecarregar nós com propriedades que deveriam ser arestas = confusão. Se é conceito com relações próprias, vire nó.</a:t>
            </a:r>
          </a:p>
          <a:p>
            <a:r>
              <a:t>➡️ Neo4j e Cypher.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Neo4j é a graph DB dominante. Cypher é declarativa (descreve o padrão, não o algoritmo). Alternativas: Memgraph, ArangoDB. RDF/SPARQL é outro paradigma (W3C).</a:t>
            </a:r>
          </a:p>
          <a:p>
            <a:r>
              <a:t>💡 Analogia: Cypher é para grafos o que SQL é para tabelas. Você descreve o PADRÃO; o engine encontra.</a:t>
            </a:r>
          </a:p>
          <a:p>
            <a:r>
              <a:t>➡️ Cypher na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Encontra co-autores de X: Author → WROTE → Paper ← WROTE ← Author. Padrão visual: nós entre (), arestas entre -[]-&gt;.</a:t>
            </a:r>
          </a:p>
          <a:p>
            <a:r>
              <a:t>💡 Analogia: MATCH = ctrl+F no grafo. Descreve o padrão; o engine encontra ocorrências.</a:t>
            </a:r>
          </a:p>
          <a:p>
            <a:r>
              <a:t>❓ 'Como adaptar para co-autores de co-autores (2-hop)?' (Mais um nível de travessia)</a:t>
            </a:r>
          </a:p>
          <a:p>
            <a:r>
              <a:t>⚠️ Esquecer WHERE b &lt;&gt; a = o próprio autor aparece como co-autor.</a:t>
            </a:r>
          </a:p>
          <a:p>
            <a:r>
              <a:t>➡️ Cypher é linguagem. A MODELAGEM é o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Modelagem determina o que você raciocina. Tudo 'RELATED_TO' = não distingue relações. Modele orientado a QUERIES.</a:t>
            </a:r>
          </a:p>
          <a:p>
            <a:r>
              <a:t>💡 Analogia: como modelar DB relacional. Tabela genérica 'Coisa' = queries fracas. Tabelas específicas = queries poderosas.</a:t>
            </a:r>
          </a:p>
          <a:p>
            <a:r>
              <a:t>⚠️ Modelar 'para parecer com a realidade' sem pensar nas queries = armadilha. Pergunte 'quais perguntas?' primeiro.</a:t>
            </a:r>
          </a:p>
          <a:p>
            <a:r>
              <a:t>➡️ Como construir grafo a partir de texto? 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NER = extração de entidades via LLM com prompt estruturado. Desafios: ambiguidade (Dipirona = Dipirona sódica?), coreferência.</a:t>
            </a:r>
          </a:p>
          <a:p>
            <a:r>
              <a:t>💡 Analogia: NER = estudante sublinhando termos médicos no prontuário. LLM escala para milhões de docs.</a:t>
            </a:r>
          </a:p>
          <a:p>
            <a:r>
              <a:t>⚠️ Confiar cegamente no NER do LLM = alucinação. Schema restrito + validação + amostragem humana.</a:t>
            </a:r>
          </a:p>
          <a:p>
            <a:r>
              <a:t>➡️ Entidades são nós. Relações são arestas.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Dadas 2 entidades, LLM classifica a relação. Output = tripla. Desafio crítico: ALUCINAÇÃO. LLM inventa relações.</a:t>
            </a:r>
          </a:p>
          <a:p>
            <a:r>
              <a:t>💡 Analogia: jornalista reportando (LLM) + editor verificando (validação). Sem editor = notícia falsa no grafo.</a:t>
            </a:r>
          </a:p>
          <a:p>
            <a:r>
              <a:t>⚠️ Extração sem validação = grafo cheio de alucinações. Agente raciocina sobre falso com confiança. Lineage permite auditar.</a:t>
            </a:r>
          </a:p>
          <a:p>
            <a:r>
              <a:t>➡️ Com entidades e relações, podemos inferir.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Grafos permitem raciocínio além do explícito. Cypher tem pathfinding. Padrão moderno: LLM gera query Cypher, grafo executa, LLM interpreta.</a:t>
            </a:r>
          </a:p>
          <a:p>
            <a:r>
              <a:t>💡 Analogia: detetive conectindo pistas. LLM = detetive (formula investigação). Grafo = quadro de investigação (executa busca).</a:t>
            </a:r>
          </a:p>
          <a:p>
            <a:r>
              <a:t>⚠️ Inferir por transitividade sem cautela = armadilha. 'A interage B' + 'B interage C' NÃO garante 'A interage C'. Use como HIPÓTESE.</a:t>
            </a:r>
          </a:p>
          <a:p>
            <a:r>
              <a:t>➡️ Exercício de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Cardinalidade = tamanho do 'cérebro' do agente. Mais relações = mais raciocínio, mais custo de manutenção.</a:t>
            </a:r>
          </a:p>
          <a:p>
            <a:r>
              <a:t>❓ 'No domínio de vocês: estimem entidades e relações.' (2 min em duplas)</a:t>
            </a:r>
          </a:p>
          <a:p>
            <a:r>
              <a:t>⚠️ Subestimar cardinalidade = surpresa com volume. Para 50k docs, espere 100k+ entidades.</a:t>
            </a:r>
          </a:p>
          <a:p>
            <a:r>
              <a:t>➡️ Intervalo. Depois: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Início do bloco GraphRAG. Técnica da Microsoft (2024): knowledge graph + comunidades + sumarização hierárquica. Resolve perguntas GLOBAIS que vector RAG não consegue.</a:t>
            </a:r>
          </a:p>
          <a:p>
            <a:r>
              <a:t>➡️ Por que GraphRAG?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RAG recupera chunks isolados. Falha em perguntas globais ('quais os temas principais?'). GraphRAG constrói grafo + comunidades + sumários para responder.</a:t>
            </a:r>
          </a:p>
          <a:p>
            <a:r>
              <a:t>💡 Analogia: vector RAG = índice remissivo (página certa). GraphRAG = sumário de capítulos + índice analítico (visão global).</a:t>
            </a:r>
          </a:p>
          <a:p>
            <a:r>
              <a:t>⚠️ GraphRAG não SUBSTITUI vector RAG. São complementares. Híbrido usa os dois.</a:t>
            </a:r>
          </a:p>
          <a:p>
            <a:r>
              <a:t>➡️ Arquitetura do Microsoft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Duas fases. CONSTRUÇÃO: chunking → NER+relações → grafo → comunidades (Leiden) → sumários hierárquicos. QUERY: Local (subgrafo) ou Global (map-reduce sobre sumários).</a:t>
            </a:r>
          </a:p>
          <a:p>
            <a:r>
              <a:t>💡 Analogia: construção = escrever enciclopédia (ler tudo, organizar por tema, escrever verbetes). Query = consultar enciclopédia.</a:t>
            </a:r>
          </a:p>
          <a:p>
            <a:r>
              <a:t>⚠️ GraphRAG não é 'build once'. Grafo envelhece. Manutenção é recorrente e cara.</a:t>
            </a:r>
          </a:p>
          <a:p>
            <a:r>
              <a:t>➡️ A etapa mais mágica: detecção de comunidades.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Leiden detecta comunidades: entidades densamente conectadas entre si. A estrutura EMERGE dos dados — você não define os temas. É hierárquica (comunidades contêm subcomunidades).</a:t>
            </a:r>
          </a:p>
          <a:p>
            <a:r>
              <a:t>💡 Analogia: Amazon categorizando produtos automaticamente. Produtos comprados juntos formam clusters. Leiden faz isso com entidades.</a:t>
            </a:r>
          </a:p>
          <a:p>
            <a:r>
              <a:t>⚠️ Comunidades não são 'perfeitamente temáticas'. Leiden é heurístico. Sumário hierárquico suaviza, mas valide com amostragem.</a:t>
            </a:r>
          </a:p>
          <a:p>
            <a:r>
              <a:t>➡️ Comunidades viram sumários.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comunidade na folha → LLM gera sumário. Subcomunidades agregadas → sumário do pai. Resultado: árvore do específico ao geral. Consulta a raiz para visão global.</a:t>
            </a:r>
          </a:p>
          <a:p>
            <a:r>
              <a:t>💡 Analogia: relatório executivo hierárquico. Analista (folha) → gerente (intermediário) → diretor (raiz). CEO lê só a raiz.</a:t>
            </a:r>
          </a:p>
          <a:p>
            <a:r>
              <a:t>⚠️ Subestimar custo: 1000 comunidades = 1000 chamadas só na sumarização. Voltamos no Slide 48.</a:t>
            </a:r>
          </a:p>
          <a:p>
            <a:r>
              <a:t>➡️ Como consultar? Dois modos.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Local search = zoom in no grafo ao redor das entidades da pergunta. (1) identificar entidades; (2) expandir vizinhança; (3) LLM responde com contexto local.</a:t>
            </a:r>
          </a:p>
          <a:p>
            <a:r>
              <a:t>💡 Analogia: perguntar a especialista sobre tópico específico. Ela vai direto à seção relevante, pega os livros, responde.</a:t>
            </a:r>
          </a:p>
          <a:p>
            <a:r>
              <a:t>⚠️ Usar local para pergunta global = resposta parcial. Local é para entidades específicas.</a:t>
            </a:r>
          </a:p>
          <a:p>
            <a:r>
              <a:t>➡️ Global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Global search = map-reduce. MAP: LLM por comunidade gera resposta parcial. REDUCE: LLM agrega tudo em resposta final. Mais lento, mas responde o que vector não consegue.</a:t>
            </a:r>
          </a:p>
          <a:p>
            <a:r>
              <a:t>💡 Analogia: censo. Não pergunta a uma pessoa (local). Pergunta a cada região (map), agrega em relatório nacional (reduce).</a:t>
            </a:r>
          </a:p>
          <a:p>
            <a:r>
              <a:t>⚠️ Global é caro (N chamadas). Use para perguntas genuinamente globais; para específicas, local.</a:t>
            </a:r>
          </a:p>
          <a:p>
            <a:r>
              <a:t>➡️ Como escolher?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Critério: entidades específicas → Local. Temática/ampla → Global. Heurística: '1 entidade ou corpus todo?'</a:t>
            </a:r>
          </a:p>
          <a:p>
            <a:r>
              <a:t>💡 Analogia: Local = 'o que o João faz?' (vá ao João). Global = 'profissões mais comuns na cidade?' (precisa de todos).</a:t>
            </a:r>
          </a:p>
          <a:p>
            <a:r>
              <a:t>➡️ Quando GraphRAG supera vector RAG claramente?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ganha em lookup factual. GraphRAG ganha em multi-hop/global. Mas GraphRAG é 10-100x mais caro na construção. Regra: GraphRAG quando VALOR do raciocínio justifica CUSTO.</a:t>
            </a:r>
          </a:p>
          <a:p>
            <a:r>
              <a:t>💡 Analogia: vector = sedã (eficiente, 90% dos trajetos). GraphRAG = helicóptero (caro, mas vê o que sedã não vê).</a:t>
            </a:r>
          </a:p>
          <a:p>
            <a:r>
              <a:t>⚠️ Implementar GraphRAG 'por ser moderno' sem perguntas que exigem multi-hop = custo não se paga.</a:t>
            </a:r>
          </a:p>
          <a:p>
            <a:r>
              <a:t>➡️ DEMO ao vivo!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clímax. Mesma pergunta com vector RAG (falha) e GraphRAG (acerta, com path explicável). Se API falhar, screenshots.</a:t>
            </a:r>
          </a:p>
          <a:p>
            <a:r>
              <a:t>💡 Analogia: antes e depois. Vector = informações soltas. GraphRAG = cadeia encadeada.</a:t>
            </a:r>
          </a:p>
          <a:p>
            <a:r>
              <a:t>⚠️ Demo pode demorar (extração é lenta). Use corpus pequeno pré-carregado. Objetivo: ver a query multi-hop, não a construção.</a:t>
            </a:r>
          </a:p>
          <a:p>
            <a:r>
              <a:t>➡️ Vamos discutir o que vimos.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Reflexão em duplas. GraphRAG é poderoso mas FALÍVEL — alucinações, comunidades ruidosas, sumários que perdem nuance.</a:t>
            </a:r>
          </a:p>
          <a:p>
            <a:r>
              <a:t>❓ 'Em duplas: onde o GraphRAG pode ter errado?' (2 min)</a:t>
            </a:r>
          </a:p>
          <a:p>
            <a:r>
              <a:t>⚠️ Sair da demo achando que GraphRAG é 'perfeito' = armadilha. Auditoria e lineage são essenciais.</a:t>
            </a:r>
          </a:p>
          <a:p>
            <a:r>
              <a:t>➡️ O custo é real. Vamos quantificar.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1000 docs: ~1000 extrações + ~3000 relações + ~1500 sumários = ~5500 chamadas. Com GPT-4o: $50-$500. Upfront, não recorrente (até manutenção).</a:t>
            </a:r>
          </a:p>
          <a:p>
            <a:r>
              <a:t>💡 Analogia: construir biblioteca física. Fundação + prateleiras + catalogação = upfront. Manutenção = contínua.</a:t>
            </a:r>
          </a:p>
          <a:p>
            <a:r>
              <a:t>❓ 'Por que GraphRAG é caro? Justifique o custo.' (Cada etapa = chamadas LLM; valor = raciocínio multi-hop/global)</a:t>
            </a:r>
          </a:p>
          <a:p>
            <a:r>
              <a:t>➡️ E a manutenção? Também custa.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GraphRAG não é 'build once'. Novos docs → extração → comunidades mudam → re-sumarização. Atualização incremental é complexa (entity resolution).</a:t>
            </a:r>
          </a:p>
          <a:p>
            <a:r>
              <a:t>💡 Analogia: jardim. Não planta uma vez e esquece — rega, poda, remove ervas. GraphRAG precisa manutenção contínua.</a:t>
            </a:r>
          </a:p>
          <a:p>
            <a:r>
              <a:t>⚠️ Subestimar manutenção = grafo degrada em 3 meses. Planeje custo de manutenção desde o início.</a:t>
            </a:r>
          </a:p>
          <a:p>
            <a:r>
              <a:t>➡️ Vale a pena? Depende do domínio.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GraphRAG vale quando valor do raciocínio é ALTO e custo é SUSTENTÁVEL. Farmacêutica/jurídico = vale. Blog = não vale.</a:t>
            </a:r>
          </a:p>
          <a:p>
            <a:r>
              <a:t>💡 Analogia: comprar vs alugar. GraphRAG = comprar (investimento alto, custo de manutenção, retorno a longo prazo).</a:t>
            </a:r>
          </a:p>
          <a:p>
            <a:r>
              <a:t>❓ 'No domínio de vocês: vale ou é overkill?' (2-3 respostas)</a:t>
            </a:r>
          </a:p>
          <a:p>
            <a:r>
              <a:t>⚠️ Aplicar GraphRAG a tudo = over-engineering. Vector RAG resolve 95% em muitos casos.</a:t>
            </a:r>
          </a:p>
          <a:p>
            <a:r>
              <a:t>➡️ Recap das 3 abordagens.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= similaridade (barato, rápido, sem estrutura). Grafo = relacionamentos (multi-hop, modelagem cara). GraphRAG = grafo + comunidades (perguntas globais, caríssimo). Próximo: híbrido.</a:t>
            </a:r>
          </a:p>
          <a:p>
            <a:r>
              <a:t>💡 Analogia: vector = atleta de velocidade. Grafo = estrategista. GraphRAG = general. Exército maduro usa os três.</a:t>
            </a:r>
          </a:p>
          <a:p>
            <a:r>
              <a:t>➡️ Pipelines 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Combinação de vector + grafo. Um agente que escolhe a estratégia certa para cada pergunta. Coração do projeto do módulo.</a:t>
            </a:r>
          </a:p>
          <a:p>
            <a:r>
              <a:t>➡️ Por que combinar?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e grafo têm forças complementares. A pergunta 'artigos sobre medicamentos que interagem com X' precisa dos DOIS: grafo (interações) + vector (artigos).</a:t>
            </a:r>
          </a:p>
          <a:p>
            <a:r>
              <a:t>💡 Analogia: vector = bibliotecário (encontra por tema). Grafo = detetive (conecta suspeitos). 'Livros sobre suspeitos do caso X' precisa dos dois.</a:t>
            </a:r>
          </a:p>
          <a:p>
            <a:r>
              <a:t>⚠️ Híbrido é vector E grafo combinados, não vector OU grafo. A fusão é a mágica.</a:t>
            </a:r>
          </a:p>
          <a:p>
            <a:r>
              <a:t>➡️ Arquitetura híbrida canônica.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INGESTÃO: cada doc vira embedding E entidades/relações. QUERY: vector + graph traversal. FUSÃO: chunks + subgrafo como contexto. GERAÇÃO: LLM cita texto e relações.</a:t>
            </a:r>
          </a:p>
          <a:p>
            <a:r>
              <a:t>💡 Analogia: jornalista consultando arquivo (vector) + rede de contatos (grafo). Matéria usa os dois, com fontes citadas.</a:t>
            </a:r>
          </a:p>
          <a:p>
            <a:r>
              <a:t>⚠️ Esquecer SYNC entre vector e grafo = inconsistência. doc_id compartilhado + reconciliation job.</a:t>
            </a:r>
          </a:p>
          <a:p>
            <a:r>
              <a:t>➡️ Nem toda pergunta precisa de híbrido. O agente escolhe.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RetrievalAgent CLASSIFICA a pergunta e despacha para vector/graph/híbrido. Nem toda pergunta precisa de híbrido — router economiza retrieval desnecessário.</a:t>
            </a:r>
          </a:p>
          <a:p>
            <a:r>
              <a:t>💡 Analogia: médico que tria. Dor de cabeça? clínico (vector). Interação medicamentosa? especialista (grafo). Caso complexo? equipe (híbrido).</a:t>
            </a:r>
          </a:p>
          <a:p>
            <a:r>
              <a:t>⚠️ 'Sempre híbrido' = latência e custo altos. Router adiciona 1 chamada LLM mas economiza muito.</a:t>
            </a:r>
          </a:p>
          <a:p>
            <a:r>
              <a:t>➡️ Código do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retrieve() é o coração do RetrievalAgent. classify_strategy usa LLM para classificar. Híbrido: extrai entidades, acha relacionadas no grafo, vector search filtrado.</a:t>
            </a:r>
          </a:p>
          <a:p>
            <a:r>
              <a:t>💡 Analogia: gerente de suporte que encaminha ticket. Lê título (1 chamada LLM), decide: FAQ (vector), especialista (grafo), equipe (híbrido).</a:t>
            </a:r>
          </a:p>
          <a:p>
            <a:r>
              <a:t>⚠️ Pular router e fazer híbrido sempre = latência e custo altos. Router se paga rapidamente.</a:t>
            </a:r>
          </a:p>
          <a:p>
            <a:r>
              <a:t>➡️ Manutenção do pipeline híbrido.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Novo doc dispara 2 pipelines: embedding (vector) + extração (grafo). Ambos com mesmo doc_id. Se extração falha, inconsistência. Retry queue + reconciliation.</a:t>
            </a:r>
          </a:p>
          <a:p>
            <a:r>
              <a:t>💡 Analogia: casal dividindo tarefas. Um lava (vector), outro seca (grafo). Se um falha, louça molhada na prateleira. Reconciliation = checagem periódica.</a:t>
            </a:r>
          </a:p>
          <a:p>
            <a:r>
              <a:t>⚠️ Não implementar reconciliation = inconsistência cresce silenciosamente. 'Agente não sabe sobre doc X' meses depois.</a:t>
            </a:r>
          </a:p>
          <a:p>
            <a:r>
              <a:t>➡️ Como rastrear respostas?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Lineage = rastreabilidade. Cada tripla tem doc_id. Resposta ← tripla ← documento. Permite debugging, auditoria, correção.</a:t>
            </a:r>
          </a:p>
          <a:p>
            <a:r>
              <a:t>💡 Analogia: lineage = citação em paper. Sem citação = 'dizem que...' (caixa preta). Com citação = verificável.</a:t>
            </a:r>
          </a:p>
          <a:p>
            <a:r>
              <a:t>⚠️ Sem lineage, 'agente disse X, mas não sei de onde' = impossível debugar. doc_id em cada nó e aresta, SEMPRE.</a:t>
            </a:r>
          </a:p>
          <a:p>
            <a:r>
              <a:t>➡️ Caso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do projeto. Vector = 'como fazer X'. Grafo = 'X depende de Y'. Híbrido = 'docs sobre features que dependem de X'. Agente justifica a escolha.</a:t>
            </a:r>
          </a:p>
          <a:p>
            <a:r>
              <a:t>💡 Analogia: dev sênior consultando wiki (vector) + código-fonte (grafo de dependências). 'Quais features quebram se mudar X?' precisa dos dois.</a:t>
            </a:r>
          </a:p>
          <a:p>
            <a:r>
              <a:t>➡️ Vamos praticar 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Exercício em grupos. Praticar o CRITÉRIO: similaridade (V), relacionamentos (G), ambos (H). Não há resposta única.</a:t>
            </a:r>
          </a:p>
          <a:p>
            <a:r>
              <a:t>❓ 'Em grupos: V, G, ou H para cada? Por quê?' (2 min)</a:t>
            </a:r>
          </a:p>
          <a:p>
            <a:r>
              <a:t>⚠️ Responder 'híbrido para tudo' = armadilha. Catálogo de produtos = vector puro. Híbrido só com evidência de gap.</a:t>
            </a:r>
          </a:p>
          <a:p>
            <a:r>
              <a:t>➡️ Justamente: sempre híbrido?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'Sempre híbrido' = FALSO. Híbrido adiciona complexidade e custo. Justificado quando vector falha em perguntas importantes E valor justifica.</a:t>
            </a:r>
          </a:p>
          <a:p>
            <a:r>
              <a:t>💡 Analogia: canivete suíço quando só precisa de faca. Canivete faz tudo, mas cada ferramenta é menos boa que a dedicada.</a:t>
            </a:r>
          </a:p>
          <a:p>
            <a:r>
              <a:t>⚠️ Implementar híbrido desde o dia 1 'para estar pronto' = 2x complexidade, 2x bugs, sem evidência. Comece simples.</a:t>
            </a:r>
          </a:p>
          <a:p>
            <a:r>
              <a:t>➡️ Mas quando híbrido vale, os números falam.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Vector: 60% success (falha em multi-hop). Graph: 75%. Híbrido: 85%. Híbrido é 3x mais caro que vector, mas success rate salta 25 pontos.</a:t>
            </a:r>
          </a:p>
          <a:p>
            <a:r>
              <a:t>💡 Analogia: vector = bicicleta (barata, rápida no plano). Graph = jipe (sobe morro, lento no plano). Híbrido = 4x4 (faz os dois).</a:t>
            </a:r>
          </a:p>
          <a:p>
            <a:r>
              <a:t>⚠️ Olhar só success rate e ignorar latência/custo = erro. 85% a $0.03 pode ser pior que 75% a $0.02 dependendo do orçamento.</a:t>
            </a:r>
          </a:p>
          <a:p>
            <a:r>
              <a:t>➡️ Operação em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Último bloco técnico. Operar pipeline híbrido em produção: sharding, consistência, reindexação, quantização, observabilidade.</a:t>
            </a:r>
          </a:p>
          <a:p>
            <a:r>
              <a:t>➡️ Sharding e replicação.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Sharding divide vetores em partições (nós diferentes = paralelismo). Replicação faz cópias (disponibilidade + leitura paralela). Mais shards = mais coordenação.</a:t>
            </a:r>
          </a:p>
          <a:p>
            <a:r>
              <a:t>💡 Analogia: sharding = biblioteca em filiais (cada uma com parte do acervo). Replicação = cópias do best-seller em cada filial.</a:t>
            </a:r>
          </a:p>
          <a:p>
            <a:r>
              <a:t>⚠️ Shards demais 'para escalar' = latência de coordenação. Comece com poucos, adicione com evidência.</a:t>
            </a:r>
          </a:p>
          <a:p>
            <a:r>
              <a:t>➡️ Consistência.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Strong = quorum síncrono (caro). Eventual = propagação eventual (rápido). Para RAG, eventual basta — embeddings não mudam a cada segundo.</a:t>
            </a:r>
          </a:p>
          <a:p>
            <a:r>
              <a:t>💡 Analogia: strong = banco (saldo exato agora). Eventual = extrato do cartão (alguns minutos defasado). RAG tolera 'extrato'.</a:t>
            </a:r>
          </a:p>
          <a:p>
            <a:r>
              <a:t>⚠️ Exigir strong 'por segurança' = latência desnecessária em RAG.</a:t>
            </a:r>
          </a:p>
          <a:p>
            <a:r>
              <a:t>➡️ Reindexação e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Trocar de modelo = vetores incompatíveis. Reindexação total. Zero-downtime: dual index (velho ativo + novo em background) → swap → desligar velho.</a:t>
            </a:r>
          </a:p>
          <a:p>
            <a:r>
              <a:t>💡 Analogia: trocar linguagem de catalogação da biblioteca. Dewey → LOC. Não dá para misturar. Zero-downtime = manter as duas durante transição.</a:t>
            </a:r>
          </a:p>
          <a:p>
            <a:r>
              <a:t>⚠️ Trocar modelo sem reindexar = recall despenca. Vetores em 'espaços' diferentes. SEMPRE reindex.</a:t>
            </a:r>
          </a:p>
          <a:p>
            <a:r>
              <a:t>➡️ Custo de armazenamento: quantização.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100M vetores de 1536 dims = 600 GB. Quantização reduz: float16 (-50%), PQ (-90%), binary (-97%). Qdrant faz re-scoring: busca no quantizado (rápido) + re-rank com originais (preciso).</a:t>
            </a:r>
          </a:p>
          <a:p>
            <a:r>
              <a:t>💡 Analogia: quantização = comprimir foto em JPEG. RAW (float32) → PNG (float16) → JPEG alta (PQ) → JPEG baixa (binary). Re-scoring = tirar em JPEG, abrir RAW dos top.</a:t>
            </a:r>
          </a:p>
          <a:p>
            <a:r>
              <a:t>⚠️ Quantização agressiva sem re-scoring = recall baixo. Teste recall com filtros reais.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Métricas mínimas. Latência (p50/p95/p99). Recall@k (amostral vs brute force). Cache hit. Index vs collection size. Throughput. Alertas.</a:t>
            </a:r>
          </a:p>
          <a:p>
            <a:r>
              <a:t>💡 Analogia: painel do carro. Não dirige só olhando velocímetro (latência) — também combustível (index size), temperatura (recall), conta-quilômetros (throughput).</a:t>
            </a:r>
          </a:p>
          <a:p>
            <a:r>
              <a:t>⚠️ Monitorar só latência = respostas rápidas mas ERRADAS (recall ruim). Monitore recall desde o dia 1.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Última seção. Consolidar em boas práticas (DO), anti-patterns (DON'T), caso, resumo, quiz, Q&amp;A.</a:t>
            </a:r>
          </a:p>
          <a:p>
            <a:r>
              <a:t>➡️ O que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DO. Comece simples, adicione complexidade com evidência. Normalize embeddings. Defina schema antes. Valide triplas. Mantenha lineage. Monitore recall. Planeje reindexação.</a:t>
            </a:r>
          </a:p>
          <a:p>
            <a:r>
              <a:t>💡 Analogia: código de boas práticas de engenharia. Não constrói sem fundação. Não pinta sem projeto. Audita a obra.</a:t>
            </a:r>
          </a:p>
          <a:p>
            <a:r>
              <a:t>➡️ E o que NÃO fazer.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DON'T. Overkill (GraphRAG desnecessário). Métricas misturadas. RELATED_TO genérico. Triplas sem validação. Sem lineage. Sem recall. Reindex em pico. Vector DB quando Postgres resolve. Híbrido sem evidência.</a:t>
            </a:r>
          </a:p>
          <a:p>
            <a:r>
              <a:t>💡 Analogia: cada anti-pattern é um pecado capital. Overkill = orgulho. Caixa preta = preguiça. Over-engineering = ganância por complexidade.</a:t>
            </a:r>
          </a:p>
          <a:p>
            <a:r>
              <a:t>➡️ Caso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Caso real que une tudo. Vector (bulas), grafo (interações), GraphRAG (classes terapêuticas). Pergunta-chave: 'risco do paciente?' — multi-hop que vector não responde. Custo $200, justificado por vida.</a:t>
            </a:r>
          </a:p>
          <a:p>
            <a:r>
              <a:t>💡 Analogia: exército completo. Vector = médico de plantão. Grafo = farmacêutico. GraphRAG = comitê de especialistas. Para segurança do paciente, precisa dos três.</a:t>
            </a:r>
          </a:p>
          <a:p>
            <a:r>
              <a:t>⚠️ TODO domínio NÃO precisa de GraphRAG. Farmacêutica = vida ou morte. Blog de receitas = vector basta. Contexto define.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pontos-chave. (1) Vector DB: ANN, métricas, filtering. (2) 5 DBs com trade-offs. (3) KG: triplas, Cypher, multi-hop. (4) GraphRAG: comunidades, local/global. (5) Híbrido: router. (6) Escala. (7) Regra: comece simples, evidência antes de complexidade.</a:t>
            </a:r>
          </a:p>
          <a:p>
            <a:r>
              <a:t>💡 Analogia: a 'mochila' que levam. 7 ferramentas + critério de decisão. Usem com critério.</a:t>
            </a:r>
          </a:p>
          <a:p>
            <a:r>
              <a:t>➡️ Checklist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Checklist para confirmar cobertura. Se algo não ficou claro, é hora de perguntar no Q&amp;A.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 Cosine. Normalizados (norma=1) → cosine = dot. Por isso muita gente normaliza e usa dot (mais rápido).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 multi-hop. GraphRAG brilha em encadear relacionamentos. Fato específico = vector. Latência = vector. Corpus pequeno = não justifica custo.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B). RetrievalAgent CLASSIFICA a pergunta e despacha. Nem toda pergunta precisa de híbrido — router economiza retrieval desnecessário.</a:t>
            </a:r>
          </a:p>
          <a:p>
            <a:r>
              <a:t>➡️ Conexão com próximos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ETHAGT07 conecta com 4 módulos. ETHAGT14 (escala), ETHAGT90 (capstone), ETHAGT05 (memória), ETHAGT12 (AgentOps). Hoje = infraestrutura.</a:t>
            </a:r>
          </a:p>
          <a:p>
            <a:r>
              <a:t>➡️ Leitura recomendada.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Leitura obrigatória: GraphRAG (Edge et al.) + RAG (Lewis et al.). Recomendado: survey Pan et al. Docs dos DBs que vão usar.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do Q&amp;A. Se não houver perguntas: 'Qual parte foi menos clara — vector, grafo ou híbrido?'</a:t>
            </a:r>
          </a:p>
          <a:p>
            <a:r>
              <a:t>❓ 'Perguntas? Ou: qual parte foi menos clara?'</a:t>
            </a:r>
          </a:p>
          <a:p>
            <a:r>
              <a:t>⚠️ Nenhuma pergunta = alunos sobrecarregados. Sugira revisar slides + trazer dúvidas no fórum.</a:t>
            </a:r>
          </a:p>
          <a:p>
            <a:r>
              <a:t>➡️ Fim da aula. Vejo vocês em ETHAGT14!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Knowledge Graphs &amp; Vector Databases para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B — Infraestrutura Cognitiva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escolher, modelar e operar vector DBs e knowledge graphs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Comparar vector databases por cenário (Qdrant, Milvus, Weaviate, Chroma, pgvector)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Modelar knowledge graphs para raciocínio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GraphRAG (local + global)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Construir pipelines híbridos (vector + 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Avaliar custo/latência/escala em volumes realistas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A (Avançado)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 = memória semântica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 = memória relacional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DBs (12 min) — ANN, HNSW, IVF, métricas, filtering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Comparativo (10 min) — 5 DBs, quando NÃO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Knowledge Graphs (15 min) — triplas, Neo4j, Cypher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GraphRAG (15 min) — Microsoft, local vs global,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Híbridos (12 min) — vector + grafo, router, benchmark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Escala (8 min) — sharding, reindexação,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(10 min) — boas práticas, caso,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Similaridade Não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Encontra documentos SIMILARES por semântica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Mas não sabe que 'Dipirona' e 'Warfarin' interagem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Retorna textos SOBRE interações, não RACIOCINA sobre a cadeia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perguntas multi-hop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Codifica RELACIONAMENTOS estruturados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Dipirona → interage_com → Warfarin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Encadeia: Paciente X → Dr. Silva → Dipirona → Warfarin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Raciocínio multi-hop nativo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 Evolução do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2020: RAG original (Lewis et al., arXiv:2005.11401)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2022: Dense retrieval amadurece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2023: RAG agêntico (ETHAGT06)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2024: GraphRAG (Microsoft, arXiv:2404.16130)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Confluência de 3 fatores: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Embeddings melhores e baratos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 databases acessíveis (Neo4j cloud)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LLMs bons em extração de entidades/relações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Survey: Pan et al. (arXiv:2306.08302) — LLMs + KGs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Vector DBs: Modelo Mental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 Que É um Vector DB?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 embeddings (vetores densos) + metadata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Index para busca ANN (não brute force)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Query: vetor → top-k mais similares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 collection → points (id, vector, payload) → index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Diferença de DB relacional: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Relacional: busca por IGUALDADE (WHERE id = 42)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DB: busca por SIMILARIDADE (top-k próximos)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Embeddings: 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Texto → modelo de embedding → vetor denso (ex: 1536 dims)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Semântica capturada na geometria do espaço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OpenAI text-embedding-3, Cohere, BGE, GTE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Dimensões: trade-off riqueza vs custo de armazenamento/busca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 em ETHAGT06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Hoje: foco em COMO armazenar e buscar eficientemente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ANN: Approximate Nearest Neighbor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Brute force: O(N) — inviável para milhões de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ANN: sacrifica exatidão por velocidade (recall vs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Duas famílias principais: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HNSW (graph-based) — dominante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IVF (cluster-based)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recall ↑ → latência ↑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Controle: ef_search (HNSW), nprobe (IVF)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HNSW: Hierarchical Navigable Small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 hierárquico de camadas: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Top (sparse, fast) → Bottom (dense, precise)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Busca: começa no topo, desce camada por camada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recall alto, latência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construção lenta,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Usado por: Qdrant, Milvus, Weaviate, pgvector (opcional)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Malkov &amp; Yashunin, arXiv:1603.09320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HNSW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IVF: Inverted File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K-means divide o espaço em clusters (Voronoi cells)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Busca: encontra cluster mais próximo → busca dentro dele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nprobe: quantos clusters vizinhos explorar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construção mais rápida, bom para datasets grandes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Desvantagem: recall menor que HNSW para mesmo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Combinável com PQ (Product Quantization) para compressão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IVF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Métricas: Cosine, Dot, Euclidean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Cosine: ângulo entre vetores — ignora magnitude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Dot product: cosine × magnitudes — sensível a norma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Euclidean (L2): distância geométrica — magnitude + direção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Insight chave: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embeddings são normalizados → cosine = dot product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isso muita gente normaliza e usa dot (mais rápido)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Quando Cada Métrica?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Cosine: default para texto (embeddings não normalizados)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Dot: quando embeddings já são normalizados (mais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Euclidean: quando magnitude importa (features multimodais)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prática: se não sabe, use cosine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Normalize embeddings → mude para dot (mais barato)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Armadilha: misturar métricas = recall destruído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Métricas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Metadata Filtering (Payloads)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Payload: JSON anexado a cada vetor ({source, page, date})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Pre-filtering: filtra ANTES do ANN (preciso, pode ser lento)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Post-filtering: filtra DEPOIS do ANN (rápido, recall pode cair)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filtering otimizado DENTRO do index (vantagem chave)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vector + filter → top-k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Híbrido: Sparse + Dense (BM25 + Dense)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Dense: semântica (sinônimos, paráfrase) — falha em termos exatos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Sparse (BM25/SPLADE): termos exatos — falha em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combina ambos com fusão de scores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Reciprocal Rank Fusion (RRF): simples e eficaz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 1.10+: sparse vectors nativos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Híbrido Sparse+Dense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Comparativo de Vector DBs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 Landscape: 5 Contenders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vector DBs canônicos: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Qdrant — Rust, filtering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Milvus — escala massiva, distribuído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Weaviate — modules integrados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Chroma — simplicidade, prototipagem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pgvector — extensão do PostgreSQL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Eixos: linguagem, escala, filtering, ecosystem, maturidade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existe 'melhor' — existe 'melhor para seu cenário'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Qdrant: Filtering Forte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Escrito em Rust: performance e safety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Filtering otimizado no index (não é post-filter)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Sparse vectors nativos (híbrido sem infra extra)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Multi-tenancy via payloads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filtering complexo é 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Milvus: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 distribuída desde o início (cloud-native)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horizontal para bilhões de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Suporte a múltiplos index types (HNSW, IVF, DiskANN)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escala massiva é o requisito #1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complexidade operacional maior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Milvus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Weaviate: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Modules integrados: generative, Q&amp;A, multi-modal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Schema-first: define classes e propriedades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GraphQL API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pipeline RAG completo sem orquestrar 5 serviços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menos flexível para casos não previstos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Weaviate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Chroma: Simplicidade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API minimalista: client.add(docs) → client.query(text)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Embutido no processo Python (sem servidor separado)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prototipagem, MVP, dev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não é production-ready para escala (ainda)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Chroma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80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pgvector: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Extensão do PostgreSQL: vector DB dentro do DB que você já tem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HNSW e IVFFlat disponíveis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ACID, transações, JOINs com vetores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quando: já usa Postgres e não quer adicionar infra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não escala como solução dedicada para bilhões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pgvector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Tabela Comparativa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 Qdrant    Milvus    Weaviate   Chroma   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Linguagem     Rust      Go        Go         Python    C (ext PG)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        Alta      Muito alta Alta       Baixa     Média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Filtering     ★★★★★     ★★★       ★★★        ★★        ★★★★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      Nativo    Add-on    Add-on      Não       Add-on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Multi-tenant  ★★★★★     ★★★       ★★★        ★★        ★★★★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ops     Médio     Alto      Médio       Baixo      Baixo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Curva         Média     Íngreme   Média       Suave      Suave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Production    ★★★★★     ★★★★★     ★★★★★      ★★★        ★★★★★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Quando NÃO Usar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 exata (igualdade): DB relacional é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Dados estruturados com relacionamentos: knowledge 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Volume pequeno (&lt; 10k docs): brute force em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ultra-baixa: cache + keyword search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não adicione vector DB se Postgres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 é para BUSCA POR SIMILARIDADE EM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NÃO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80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Knowledge Graphs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Que É um Knowledge Graph?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Similaridade semântica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Proximidade no espaço vetorial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'Documentos parecidos com X'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Forte em lookup semântico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Relacionamentos estruturados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Travessia de nós e arestas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'Entidades conectadas a X via Y'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Forte em raciocínio multi-hop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80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Triplas: Sujeito → Predicado → Objeto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Tripla: (sujeito, predicado, objeto)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('Dipirona', 'interage_com', 'Warfarin')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('Dr. Silva', 'prescreveu', 'Dipirona')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('Paciente X', 'consultou', 'Dr. Silva')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Encadeamento (multi-hop!):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Paciente X → Dr. Silva → Dipirona → Warfarin → RISCO!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Triplas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Propriedades e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Nó: label (tipo) + propriedades (key-value)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Aresta: tipo + propriedades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Nó 'Dipirona' {tipo: Medicamento, classe: analgésico}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Aresta 'interage_com' {severidade: moderada, fonte: FDA}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Labeled Property Graph (LPG) — modelo do Neo4j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Propriedades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80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Neo4j e Cypher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Neo4j: graph database nativa (Labeled Property Graph)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Cypher: linguagem declarativa para grafos (como SQL para relacional)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Alternativas: Memgraph (in-memory), ArangoDB (multi-modelo)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RDF/SPARQL: paradigma W3C (Linked Open Data, ontologias)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Foco do curso: Neo4j + Cypher (ecossistema, maturidade)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Neo4j/Cypher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80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Query Cypher: 'Co-autores de X'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MATCH (a:Author {name: "X"})-[:WROTE]-&gt;(p:Paper)</a:t>
            </a:r>
            <a:br/>
            <a:r>
              <a:t>&lt;-[:WROTE]-(b:Author)</a:t>
            </a:r>
            <a:br/>
            <a:r>
              <a:t>WHERE b &lt;&gt; a</a:t>
            </a:r>
            <a:br/>
            <a:r>
              <a:t>RETURN DISTINCT b.name AS coauthor,</a:t>
            </a:r>
            <a:br/>
            <a:r>
              <a:t>       count(p) AS papers</a:t>
            </a:r>
            <a:br/>
            <a:r>
              <a:t>ORDER BY papers DESC</a:t>
            </a:r>
            <a:br/>
            <a:r>
              <a:t>LIMIT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Cypher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Modelagem para Raciocínio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Anti-pattern: tudo RELATED_TO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Nós genéricos, arestas vagas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Não distingue interage de substitui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Queries fracas, raciocínio pobre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contexto na aresta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Bom: relações tipadas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Labels específicos (Author, Paper)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Relações tipadas (WROTE, CITES, DEPENDE_DE)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Propriedades em nós e arestas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Raciocínio multi-hop poderoso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Extração de Entidades com LLM (NER)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Texto → LLM com prompt de NER → entidades estruturadas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Prompt: 'Extraia todas as entidades com tipo e propriedades'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[{name: Dipirona, type: Medicamento}, ...]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Desafios: entidades ambíguas, resolução de coreferência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LangChain LLMGraphTransformer, GLiNER, spaCy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80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Extração de Relações com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Dadas 2 entidades → LLM classifica a relação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Prompt: 'Qual a relação entre A e B? Escolha: [interage_com, prescreveu, ...]'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Output: triplas (sujeito, predicado, objeto)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 crítico: ALUCINAÇÃO de relações inexistentes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 schema restrito + validação + confiança na aresta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Relações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Inferência no Grafo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Explícito: 'A interage com B' e 'B interage com C'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Inferido: 'A pode interagir com C' (transitividade — com cautela!)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Cypher: pathfinding (shortestPath, allShortestPaths)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Multi-hop: 'Todos os medicamentos que X toma indiretamente'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LLM formula Cypher → grafo executa → LLM interpreta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80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Cardinalidade de um KG Empresarial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a cardinalidade típica de um KG empresarial?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Quantas entidades (nós)? Quantas relações (arestas)?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a densidade (relações por entidade)?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Pistas: depende do domínio (farmacêutica vs jurídico vs RH)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magnitude: 10k-100k entidades, 50k-500k relações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Densidade típica: 5-15 relações por entidade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min). Depois compartilhamos.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GraphRAG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Por Que GraphRAG?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Recupera chunks isolados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Perde visão global do corpus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'quais os temas principais?'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Falha em multi-hop (3+ hops)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Constrói grafo de entidades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Detecta comunidades temáticas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Sumariza hierarquicamente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Responde perguntas globais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80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Microsoft GraphRAG: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de CONSTRUÇÃO (offline):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Text chunking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Extração de entidades + relações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Construção do knowledge 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Detecção de comunidades (Leiden algorithm)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Sumarização hierárquica de comunidades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de QUERY (online):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Local search: entidades + vizinhança (perguntas específicas)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Global search: map-reduce sobre sumários (perguntas amplas)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Edge et al., arXiv:2404.16130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80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Construção do Grafo de Comunidades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 de entidades → algoritmo Leiden →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Comunidade: grupo de entidades densamente conectadas entre si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Hierarquia: comunidades grandes contêm subcomunidades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Análogo a 'capítulos de um livro' — estrutura temática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grafo particionado em níveis hierárquicos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Sumarização Hierárquica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comunidade (nível mais baixo): LLM gera sumário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Sumários de subcomunidades → LLM gera sumário da comunidade pai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árvore de sumários do específico ao geral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responde perguntas globais sem ler todos os chunks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uma chamada de LLM por comunidade (caro na construção)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Sumarização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Local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pergunta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1: identificar entidades relevantes na pergunta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2: expandir vizinhança no grafo (entidades + relações + chunks)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3: LLM gera resposta com o contexto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para: perguntas específicas sobre entidades conhecidas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'Quem são os co-autores de X?'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Local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Global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Input: pergunta ampla ('Quais temas principais do corpus?')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Map: para cada comunidade, LLM gera resposta parcial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Reduce: LLM agrega respostas parciais em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Melhor para: perguntas que exigem visão holística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'Quais as tendências de pesquisa nesta área?'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Global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80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Local vs Global: Quando 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Local: pergunta menciona entidades específicas → foco no subgrafo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Global: pergunta é temática/ampla → síntese entre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começa local, escala para global se insuficiente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Heurística: 'Esta pergunta precisa de 1 entidade ou de todo o corpus?'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 dúvida: comece local (mais barato), escale se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Local vs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80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GraphRAG vs Vector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Melhor: lookup factual, 1 hop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baixo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Construção trivial (só embeddings)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Melhor: multi-hop, visão global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 maior (global = map-reduce)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 maior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Construção 10-100x mais cara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GraphRAG vs Vector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80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DEMO: GraphRAG em Neo4j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Referência: 05-Labs/ETHAGT07/Lab2-GraphRAG-Neo4j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1: carregar corpus técnico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2: extrair entidades/relações com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3: construir grafo no Neo4j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Passo 4: query Cypher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Momento-chave: vector RAG falha na mesma pergunta, GraphRAG acerta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API falhar: screenshots pré-gravados do Neo4j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80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GraphRAG errou alguma coisa na demo? Onde?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o custo aproximado da construção do grafo (em tokens)?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Se o corpus mudar (novos docs), quanto custa reindexar?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Erros típicos: relações alucinadas, entidades ambíguas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estimar chamadas LLM (extração + relações + sumários)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Reindexação: incremental é mais barato, mas entity resolution custa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80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Custos de Construção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Extração de entidades: 1 chamada LLM por chunk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Extração de relações: 1 chamada LLM por par de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Sumarização de comunidades: 1 chamada LLM por comunidade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Ordem de magnitude (1000 docs):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~5k-15k chamadas LLM no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Custo: $50-$500 dependendo do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80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Custos de Manutenção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Novos documentos: extrair + atualizar comunidades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Atualização incremental: mais barato que reconstrução, mas complexo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 de entidades: 'Dipirona' = 'Dipirona sódica'? → merge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Comunidades mudam: re-sumarização necessária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Lineage: rastrear qual doc originou qual tripla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Manutenção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80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Vale a Pena?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qual domínio GraphRAG vale o custo de construção?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para qual domínio é overkill?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Critério: valor do raciocínio multi-hop vs custo de manutenção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Farmacêutica (interações medicamentosas) → VALE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Jurídico (precedências, referências) → VALE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Blog pessoal → NÃO VALE (overkill)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Discutam: no domínio de vocês, vale?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80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Recap: Vector vs Graph vs GraphRAG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similaridade semântica, barato, rápido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Graph: relacionamentos estruturados, multi-hop, modelagem cara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KG + comunidades + sumários, perguntas globais, caro na construção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Próximo: combinar vector + grafo em pipeline híbrido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80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Pipelines Híbridos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Vector + Grafo: Por Que Combinar?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Vector: bom em 'encontrar documentos sobre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bom em 'encontrar entidades relacionadas a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'documentos sobre entidades relacionadas a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'Artigos sobre medicamentos que interagem com o que paciente X toma'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 sozinho: não sabe interações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Grafo sozinho: não tem texto dos artigos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Híbrido: une os dois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Por que híbrido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80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Arquitetura Híbrida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Ingestão: texto → embeddings (vector DB) + entidades/relações (grafo)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Query: pergunta → vector search + graph traversal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Fusão: combinar resultados (chunks + subgrafo)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Geração: LLM com chunks + subgrafo como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Sync: vector DB e grafo referenciam os mesmos doc_ids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Híbrida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80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RetrievalAgent: Escolhendo 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toda pergunta precisa de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RetrievalAgent classifica a pergunta: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'O que é X?' → vector search (simples)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'Quem está conectado a X?' → graph traversal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'Documentos sobre entidades relacionadas a X?' → híbrido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LLM como router (classifica intenção)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Alternativa: sempre híbrido (mais caro, mais simples)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RetrievalAgent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80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Implementação do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def retrieve(question: str) -&gt; list[Document]:</a:t>
            </a:r>
            <a:br/>
            <a:r>
              <a:t>    strategy = classify_strategy(question)</a:t>
            </a:r>
            <a:br/>
            <a:r>
              <a:t>    if strategy == "vector":</a:t>
            </a:r>
            <a:br/>
            <a:r>
              <a:t>        return vector_search(question)</a:t>
            </a:r>
            <a:br/>
            <a:r>
              <a:t>    elif strategy == "graph":</a:t>
            </a:r>
            <a:br/>
            <a:r>
              <a:t>        return graph_traverse(question)</a:t>
            </a:r>
            <a:br/>
            <a:r>
              <a:t>    else:  # híbrido</a:t>
            </a:r>
            <a:br/>
            <a:r>
              <a:t>        entities = extract_entities(question)</a:t>
            </a:r>
            <a:br/>
            <a:r>
              <a:t>        related = graph.find_related(entities)</a:t>
            </a:r>
            <a:br/>
            <a:r>
              <a:t>        return vector_search(question, filter=related)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Código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80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Manutenção: Incremental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 documento → 2 pipelines disparam: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Embedding → insert no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Extração de entidades/relações → insert/update no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Sync: ambos referenciam o mesmo doc_id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se extração falha, grafo fica incompleto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retry queue + reconciliation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Manutenção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80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Lineage e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Lineage: qual documento originou qual tripla do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Provenance: qual tripla originou qual parte da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Implementação: doc_id como propriedade em nós e arestas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Valor: debugging, auditoria, correção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lineage: grafo é caixa preta — impossível explicar respostas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Lineage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80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Caso: Base de Conhecimento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Corpus: documentação técnica + issues + changelogs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busca por 'como fazer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'X depende de Y', 'X substituiu Z', 'X introduzido na v2.3'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'documentação sobre features que dependem de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Agente: escolhe estratégia e JUSTIFICA a escolha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80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Vector, Graph, ou Híbrido?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cenário: V, G, ou H? Justifiquem.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Catálogo de produtos com busca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Base médica: doenças, sintomas, tratamentos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Documentos jurídicos com referências cruzadas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Chatbot de RH: perguntas sobre políticas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Sistema de recomendação de filmes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 (2 min). Depois compartilhamos.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80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Sempre Híbrido?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Verdadeiro/falso: 'Sempre preferir híbrido.'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adiciona complexidade (2 sistemas, router, reconciliation) e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só quando: vector falha E o valor justifica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'híbrido por precaução' → over-engineering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vector, adicione grafo com EVIDÊNCIA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Sempre Híbrido?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80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Benchmark: Vector vs Grafo vs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Dataset: corpus técnico com perguntas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 típico: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Vector:  60% success · 200ms · $0.01/query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Graph:   75% success · 400ms · $0.02/query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Híbrido: 85% success · 500ms · $0.03/query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melhora success rate em multi-hop sem explodir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Critério de sucesso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80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Operação em Escala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Sharding e Replicação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Sharding: dividir vetores em partições (hash ou range)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Replicação: cópias para disponibilidade e leitura paralela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sharding por collection, replicação configurável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Milvus: distribuído nativo (QueryNode, DataNode, Proxy)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shards = mais paralelismo, mas mais coordenação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Sharding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80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Consistência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Strong: toda leitura vê o último write (mais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Eventual: leituras podem ver dados stale (mais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Bounded staleness: stale por no máximo T segundos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configurável por collection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RAG: eventual costuma bastar (embeddings não mudam a cada segundo)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80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Reindexação e Drift de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de embedding novo → vetores antigos INCOMPATÍVEIS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 total: re-embeddar todos os docs (caro, demorado)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Dual index: manter novo e velho durante transição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Zero-downtime: construir novo em background, swap quando pronto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Drift: documentos mudam → embeddings antigos perdem relevância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Reindexação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80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Custo de Armazenamento (Quantização)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1536 dims float32 = 6 KB · 100M vetores = 600 GB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Quantização: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float32 → float16: 50% redução, perda mínima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Product Quantization (PQ): 90%+ redução, perda moderada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Binary quantization: 97% redução, perda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quantização com re-scoring (rápido + preciso)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80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de query: p50, p95, p99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Recall@k: verdadeiros vizinhos vs retornados (amostragem)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Cache hit rate: queries repetidas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Index size vs collection size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Throughput: queries por segundo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Alertas: p99 &gt; threshold, recall &lt; threshold, index desatualizado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Observabilidade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80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Boas Práticas e Anti-Patterns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Comece com vector DB, adicione grafo com EVIDÊNCIA de gap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Normalize embeddings se usar cosine (vira dot, mais rápido)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Defina schema de entidades/relações ANTES de extrair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Valide triplas extraídas por LLM (confiança + amostragem)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Mantenha lineage: doc_id em cada nó e aresta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Monitore recall@k em produção (não só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Reindexação planejada ao trocar modelo de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só quando success rate do vector é insuficiente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80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Começar com GraphRAG quando vector RAG basta (overkill)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Misturar métricas entre index e 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Modelar grafo com 'RELATED_TO' genérico em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Confiar cegamente em triplas extraídas por LLM (alucinação)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lineage — impossível debugar respostas erradas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monitorar recall (latência boa ≠ qualidade boa)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Reindexar em pico sem dual index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Adicionar vector DB quando Postgres já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 'por precaução' sem evidência de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80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Caso: GraphRAG em Farmacêutica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Domínio: interações medicamentosas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Corpus: 50k documentos (bulas, papers, guidelines)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busca por 'documentos sobre efeito colateral X'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Grafo: med → interage_com → med → contraindicado_para → condição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comunidades de medicamentos → classes terapêuticas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multi-hop 'paciente com X + medicação Y → risco?'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~$200 de construção, justificado por valor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 Farmacêutica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80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DB: ANN (HNSW/IVF), métricas, filtering, sparse+dense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vector DBs: Qdrant, Milvus, Weaviate, Chroma,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Knowledge Graph: triplas, propriedades, Cypher,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GraphRAG: comunidades + sumarização → local vs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Híbrido: vector + grafo, RetrievalAgent como router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Escala: sharding, reindexação, quantização,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de ouro: comece simples, adicione complexidade com EVIDÊNCIA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80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Explicou ANN (HNSW, IVF) e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Comparou 5 vector DBs por cenário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Modelou knowledge graph com triplas e Cypher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Apresentou GraphRAG (local + global)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Construiu pipeline híbrido com router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 ] Discutiu escala, reindexação e observabilidade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80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métrica é equivalente a dot product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embeddings estão normalizados?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Euclidean (L2)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Cosine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Manhattan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Jaccard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80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GraphRAG supera vector RAG mais claramente?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Fato específico em um documento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Raciocínio multi-hop entre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Latência é o requisito mais importante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Corpus pequeno (&lt; 100 documentos)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80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um pipeline híbrido, o que o RetrievalAgent faz?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Sempre busca vetorial e grafo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Classifica a pergunta: vector, graph ou híbrido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Substitui o vector DB por um grafo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Gera embeddings para o grafo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77 / 80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ETHAGT14 — Escalabilidade: vector DBs em produção multi-tenant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— Capstone: integra vector + grafo no projeto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Memória: vector DB como memória semântica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ETHAGT12 — AgentOps: observabilidade de pipelines híbridos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aprenderam hoje é a INFRAESTRUTURA que sustenta esses módulos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Conexão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78 / 80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5E"/>
                </a:solidFill>
                <a:latin typeface="Segoe UI"/>
              </a:defRPr>
            </a:pPr>
            <a:r>
              <a:t>Leitura Recomendada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Edge et al. GraphRAG (arXiv:2404.16130)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 Lewis et al. RAG original (arXiv:2005.11401)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 Pan et al. LLMs + KGs (arXiv:2306.08302)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Documentação: Qdrant, Milvus, Weaviate, Neo4j, pgvector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Próxima aula: ETHAGT14 — Escalabilidade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79 / 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A8F"/>
                </a:solidFill>
                <a:latin typeface="Segoe UI"/>
              </a:defRPr>
            </a:pPr>
            <a:r>
              <a:t>Universidade Etho · ETHAGT07</a:t>
            </a:r>
            <a:br/>
            <a:r>
              <a:t>Próxima aula: ETHAGT14 — Escalabilidade</a:t>
            </a:r>
            <a:br/>
            <a:r>
              <a:t>Lembrete: iniciar Lab 1 (Vector DB Bake-off)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